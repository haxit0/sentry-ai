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6298d96fb694726" /><Relationship Type="http://schemas.openxmlformats.org/officeDocument/2006/relationships/extended-properties" Target="/docProps/app.xml" Id="R7840e68bb22149b1" /><Relationship Type="http://schemas.openxmlformats.org/officeDocument/2006/relationships/officeDocument" Target="/ppt/presentation.xml" Id="Rf2c2e26cc4ed4512" /></Relationships>
</file>

<file path=ppt/presentation.xml><?xml version="1.0" encoding="utf-8"?>
<p:presentation xmlns:p="http://schemas.openxmlformats.org/presentationml/2006/main">
  <p:sldMasterIdLst>
    <p:sldMasterId xmlns:r="http://schemas.openxmlformats.org/officeDocument/2006/relationships" id="2147483648" r:id="Rea80934ce6114f6c"/>
  </p:sldMasterIdLst>
  <p:notesMasterIdLst>
    <p:notesMasterId xmlns:r="http://schemas.openxmlformats.org/officeDocument/2006/relationships" r:id="R60858634d94f4eb3"/>
  </p:notesMasterIdLst>
  <p:sldIdLst>
    <p:sldId xmlns:r="http://schemas.openxmlformats.org/officeDocument/2006/relationships" id="256" r:id="R378f6679ea254411"/>
    <p:sldId xmlns:r="http://schemas.openxmlformats.org/officeDocument/2006/relationships" id="257" r:id="Re40ecba847634fd0"/>
    <p:sldId xmlns:r="http://schemas.openxmlformats.org/officeDocument/2006/relationships" id="258" r:id="R6f216d158f27419f"/>
    <p:sldId xmlns:r="http://schemas.openxmlformats.org/officeDocument/2006/relationships" id="259" r:id="R1b437fae7dea46fb"/>
    <p:sldId xmlns:r="http://schemas.openxmlformats.org/officeDocument/2006/relationships" id="260" r:id="R3f0f68d221574e6f"/>
    <p:sldId xmlns:r="http://schemas.openxmlformats.org/officeDocument/2006/relationships" id="261" r:id="Rc98fa2286cbe4467"/>
    <p:sldId xmlns:r="http://schemas.openxmlformats.org/officeDocument/2006/relationships" id="262" r:id="R2807f71ed2804292"/>
    <p:sldId xmlns:r="http://schemas.openxmlformats.org/officeDocument/2006/relationships" id="263" r:id="Rbc26713d447642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4bbf2f989f4986" /><Relationship Type="http://schemas.openxmlformats.org/officeDocument/2006/relationships/slideMaster" Target="/ppt/slideMasters/slideMaster1.xml" Id="Rea80934ce6114f6c" /><Relationship Type="http://schemas.openxmlformats.org/officeDocument/2006/relationships/notesMaster" Target="/ppt/notesMasters/notesMaster1.xml" Id="R60858634d94f4eb3" /><Relationship Type="http://schemas.openxmlformats.org/officeDocument/2006/relationships/presProps" Target="/ppt/presProps.xml" Id="R899d5a7c0c6648c3" /><Relationship Type="http://schemas.openxmlformats.org/officeDocument/2006/relationships/tableStyles" Target="/ppt/tableStyles.xml" Id="Rb59bdf0307454006" /><Relationship Type="http://schemas.openxmlformats.org/officeDocument/2006/relationships/slide" Target="/ppt/slides/slide1.xml" Id="R378f6679ea254411" /><Relationship Type="http://schemas.openxmlformats.org/officeDocument/2006/relationships/slide" Target="/ppt/slides/slide2.xml" Id="Re40ecba847634fd0" /><Relationship Type="http://schemas.openxmlformats.org/officeDocument/2006/relationships/slide" Target="/ppt/slides/slide3.xml" Id="R6f216d158f27419f" /><Relationship Type="http://schemas.openxmlformats.org/officeDocument/2006/relationships/slide" Target="/ppt/slides/slide4.xml" Id="R1b437fae7dea46fb" /><Relationship Type="http://schemas.openxmlformats.org/officeDocument/2006/relationships/slide" Target="/ppt/slides/slide5.xml" Id="R3f0f68d221574e6f" /><Relationship Type="http://schemas.openxmlformats.org/officeDocument/2006/relationships/slide" Target="/ppt/slides/slide6.xml" Id="Rc98fa2286cbe4467" /><Relationship Type="http://schemas.openxmlformats.org/officeDocument/2006/relationships/slide" Target="/ppt/slides/slide7.xml" Id="R2807f71ed2804292" /><Relationship Type="http://schemas.openxmlformats.org/officeDocument/2006/relationships/slide" Target="/ppt/slides/slide8.xml" Id="Rbc26713d447642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0b5f231a4b43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8d787a05ac42bc" /><Relationship Type="http://schemas.openxmlformats.org/officeDocument/2006/relationships/notesMaster" Target="/ppt/notesMasters/notesMaster1.xml" Id="R957354b98e4e42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9c44784e2a4197" /><Relationship Type="http://schemas.openxmlformats.org/officeDocument/2006/relationships/notesMaster" Target="/ppt/notesMasters/notesMaster1.xml" Id="R0a25fb0749a042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46f347001c42c7" /><Relationship Type="http://schemas.openxmlformats.org/officeDocument/2006/relationships/notesMaster" Target="/ppt/notesMasters/notesMaster1.xml" Id="R90b83095613547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3326abd0894c91" /><Relationship Type="http://schemas.openxmlformats.org/officeDocument/2006/relationships/notesMaster" Target="/ppt/notesMasters/notesMaster1.xml" Id="R55f0e84c1e4748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93b96cc39d410a" /><Relationship Type="http://schemas.openxmlformats.org/officeDocument/2006/relationships/notesMaster" Target="/ppt/notesMasters/notesMaster1.xml" Id="R8571c539ac4644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5e00337af04b33" /><Relationship Type="http://schemas.openxmlformats.org/officeDocument/2006/relationships/notesMaster" Target="/ppt/notesMasters/notesMaster1.xml" Id="Rc7d77f35d03d4e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0c0b80ecc34003" /><Relationship Type="http://schemas.openxmlformats.org/officeDocument/2006/relationships/notesMaster" Target="/ppt/notesMasters/notesMaster1.xml" Id="Rdd4137ad5d4346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16b44e8b49458a" /><Relationship Type="http://schemas.openxmlformats.org/officeDocument/2006/relationships/notesMaster" Target="/ppt/notesMasters/notesMaster1.xml" Id="R9375cbd5acc840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Introduce the operations manager and the decision they need to make. The recording shows a local application using synthetic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The example uses exact synthetic fees and whole-order penalties. Saving is hypothetical, not measured customer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Planner, Investigator and Critic are Nightshift-backed model roles. Evaluator is deterministic application code. Feedback can revise the plan, not just rerun the same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Four successful query receipts are stored in the integrated Alpha report, including the PostgreSQL/CSV join. Each acquisition has timestamps and a content hash, without claiming transactional cross-source 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The backend sweeps integer calendar-day delays 0 through 30 on the same snapshot. Results are counterfactual calculations, not a forecast or calibrated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H-MEM is the pinned official reference implementation. The system saves validated findings with a snapshot hash and evidence links, rechecks costs on recall, scores outcomes and detects conflicts. No unresolved finding is stored as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Metrics are read from the real evaluation summary. The expected behavior includes withholding recommendations for uncertainty and infeasible constraints. A correct calculator is not evidence that every model explanation succeeds.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docs/PROJECT_DESCRIPTION.md, docs/evidence/live-integrated-alpha.json and docs/SUBMISSION_READINESS.md. Synthetic business data. Verify the final readiness report for current metrics.</a:t>
            </a:r>
          </a:p>
          <a:p xmlns:a="http://schemas.openxmlformats.org/drawingml/2006/main">
            <a:r>
              <a:t>Confirm the official team roster in HackOS. Git authors include Haxit0, Juan Morales, Simon Salazar and Micious Briggs. This integration used Codex and VS Code. Cursor is not claimed without contributor confirmation. Final video upload and team confirmation are human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027736ce9945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a9fd6f323d4a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4c12b1a8d345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559540764947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462e4d36a447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37aa2f0ecd47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6611AE-774C-4474-A863-FD76D0CE27D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389C76-529A-493D-8222-08B76EC2E7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5BF11B-A322-457D-B76A-037164DB30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24049D-70B5-46DF-8A6D-8D7F7DBC44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9420C6-E106-474A-A1CB-14C39ABFF8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7B3350-9189-4272-9362-4C0C6C38CF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671D0D-61F6-4CC0-B7B6-410B2E4796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5B17E9-258B-47DF-8FC8-76DEBFBEFF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15E6C1-0942-4933-B087-422D0DE8E6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168537-6ADA-41E7-8760-06E131705B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4b8dc29e65402e" /><Relationship Type="http://schemas.openxmlformats.org/officeDocument/2006/relationships/slideLayout" Target="/ppt/slideLayouts/slideLayout1.xml" Id="Ra9662521bfca4e7b" /><Relationship Type="http://schemas.openxmlformats.org/officeDocument/2006/relationships/slideLayout" Target="/ppt/slideLayouts/slideLayout2.xml" Id="R0db44f20e9e04e27" /><Relationship Type="http://schemas.openxmlformats.org/officeDocument/2006/relationships/slideLayout" Target="/ppt/slideLayouts/slideLayout3.xml" Id="R77012a2ce91f4c0c" /><Relationship Type="http://schemas.openxmlformats.org/officeDocument/2006/relationships/slideLayout" Target="/ppt/slideLayouts/slideLayout4.xml" Id="R459714fca60047c7" /><Relationship Type="http://schemas.openxmlformats.org/officeDocument/2006/relationships/slideLayout" Target="/ppt/slideLayouts/slideLayout5.xml" Id="R759f6517e9ed469f" /><Relationship Type="http://schemas.openxmlformats.org/officeDocument/2006/relationships/slideLayout" Target="/ppt/slideLayouts/slideLayout6.xml" Id="R59beab4ce0194b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662521bfca4e7b"/>
    <p:sldLayoutId xmlns:r="http://schemas.openxmlformats.org/officeDocument/2006/relationships" id="2147483650" r:id="R0db44f20e9e04e27"/>
    <p:sldLayoutId xmlns:r="http://schemas.openxmlformats.org/officeDocument/2006/relationships" id="2147483651" r:id="R77012a2ce91f4c0c"/>
    <p:sldLayoutId xmlns:r="http://schemas.openxmlformats.org/officeDocument/2006/relationships" id="2147483652" r:id="R459714fca60047c7"/>
    <p:sldLayoutId xmlns:r="http://schemas.openxmlformats.org/officeDocument/2006/relationships" id="2147483653" r:id="R759f6517e9ed469f"/>
    <p:sldLayoutId xmlns:r="http://schemas.openxmlformats.org/officeDocument/2006/relationships" id="2147483654" r:id="R59beab4ce0194b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b4ecc8dc824c86" /><Relationship Type="http://schemas.openxmlformats.org/officeDocument/2006/relationships/notesSlide" Target="/ppt/notesSlides/notesSlide1.xml" Id="Raa39894511e848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ba2e77f1ac4d09" /><Relationship Type="http://schemas.openxmlformats.org/officeDocument/2006/relationships/chart" Target="/ppt/slides/charts/chart1.xml" Id="Rf8a88161ef3d4bde" /><Relationship Type="http://schemas.openxmlformats.org/officeDocument/2006/relationships/notesSlide" Target="/ppt/notesSlides/notesSlide2.xml" Id="Reb844f41769741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dfd301eb134d83" /><Relationship Type="http://schemas.openxmlformats.org/officeDocument/2006/relationships/notesSlide" Target="/ppt/notesSlides/notesSlide3.xml" Id="Rc4782439093944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d5706fa8e145bd" /><Relationship Type="http://schemas.openxmlformats.org/officeDocument/2006/relationships/notesSlide" Target="/ppt/notesSlides/notesSlide4.xml" Id="Rbb06cacf758641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cb9d35fd554567" /><Relationship Type="http://schemas.openxmlformats.org/officeDocument/2006/relationships/notesSlide" Target="/ppt/notesSlides/notesSlide5.xml" Id="Rc41d2198d85a4c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a8bd803a11448f" /><Relationship Type="http://schemas.openxmlformats.org/officeDocument/2006/relationships/notesSlide" Target="/ppt/notesSlides/notesSlide6.xml" Id="R1b1f55ceeafb40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989e8ffbb3b42d3" /><Relationship Type="http://schemas.openxmlformats.org/officeDocument/2006/relationships/notesSlide" Target="/ppt/notesSlides/notesSlide7.xml" Id="R9cfea4da54fb46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8202746e904cc9" /><Relationship Type="http://schemas.openxmlformats.org/officeDocument/2006/relationships/notesSlide" Target="/ppt/notesSlides/notesSlide8.xml" Id="Rce31a1b6c14f4c3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varyColors val="0"/>
        <c:ser>
          <c:idx val="0"/>
          <c:order val="0"/>
          <c:tx>
            <c:v>Total estimated cost (GBP)</c:v>
          </c:tx>
          <c:spPr>
            <a:solidFill xmlns:a="http://schemas.openxmlformats.org/drawingml/2006/main">
              <a:srgbClr val="087D71"/>
            </a:solidFill>
          </c:spPr>
          <c:invertIfNegative val="0"/>
          <c:cat>
            <c:strRef>
              <c:f>'Chart Data'!$A$2:$A$4</c:f>
              <c:strCache>
                <c:ptCount val="3"/>
                <c:pt idx="0">
                  <c:v>Expedite</c:v>
                </c:pt>
                <c:pt idx="1">
                  <c:v>Alternative</c:v>
                </c:pt>
                <c:pt idx="2">
                  <c:v>Accept delay</c:v>
                </c:pt>
              </c:strCache>
            </c:strRef>
          </c:cat>
          <c:val>
            <c:numRef>
              <c:f>'Chart Data'!$B$2:$B$4</c:f>
              <c:numCache>
                <c:formatCode>General</c:formatCode>
                <c:ptCount val="3"/>
                <c:pt idx="0">
                  <c:v>160</c:v>
                </c:pt>
                <c:pt idx="1">
                  <c:v>260</c:v>
                </c:pt>
                <c:pt idx="2">
                  <c:v>500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83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565ECE-B844-4043-8145-2A9AEF0D3AF5}"/>
              </a:ext>
            </a:extLst>
          </p:cNvPr>
          <p:cNvSpPr>
            <a:spLocks xmlns:a="http://schemas.openxmlformats.org/drawingml/2006/main" noGrp="1"/>
          </p:cNvSpPr>
          <p:nvPr/>
        </p:nvSpPr>
        <p:spPr>
          <a:xfrm xmlns:a="http://schemas.openxmlformats.org/drawingml/2006/main">
            <a:off x="723900" y="809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850" b="1">
                <a:solidFill>
                  <a:srgbClr val="FFFFFF"/>
                </a:solidFill>
                <a:latin typeface="Arial"/>
                <a:ea typeface="Arial"/>
                <a:cs typeface="Arial"/>
              </a:defRPr>
            </a:defPPr>
            <a:lvl1pPr>
              <a:defRPr sz="5850" b="1">
                <a:solidFill>
                  <a:srgbClr val="FFFFFF"/>
                </a:solidFill>
                <a:latin typeface="Arial"/>
                <a:ea typeface="Arial"/>
                <a:cs typeface="Arial"/>
              </a:defRPr>
            </a:lvl1pPr>
            <a:lvl2pPr>
              <a:defRPr sz="5850" b="1">
                <a:solidFill>
                  <a:srgbClr val="FFFFFF"/>
                </a:solidFill>
                <a:latin typeface="Arial"/>
                <a:ea typeface="Arial"/>
                <a:cs typeface="Arial"/>
              </a:defRPr>
            </a:lvl2pPr>
            <a:lvl3pPr>
              <a:defRPr sz="5850" b="1">
                <a:solidFill>
                  <a:srgbClr val="FFFFFF"/>
                </a:solidFill>
                <a:latin typeface="Arial"/>
                <a:ea typeface="Arial"/>
                <a:cs typeface="Arial"/>
              </a:defRPr>
            </a:lvl3pPr>
            <a:lvl4pPr>
              <a:defRPr sz="5850" b="1">
                <a:solidFill>
                  <a:srgbClr val="FFFFFF"/>
                </a:solidFill>
                <a:latin typeface="Arial"/>
                <a:ea typeface="Arial"/>
                <a:cs typeface="Arial"/>
              </a:defRPr>
            </a:lvl4pPr>
            <a:lvl5pPr>
              <a:defRPr sz="5850" b="1">
                <a:solidFill>
                  <a:srgbClr val="FFFFFF"/>
                </a:solidFill>
                <a:latin typeface="Arial"/>
                <a:ea typeface="Arial"/>
                <a:cs typeface="Arial"/>
              </a:defRPr>
            </a:lvl5pPr>
            <a:lvl6pPr>
              <a:defRPr sz="5850" b="1">
                <a:solidFill>
                  <a:srgbClr val="FFFFFF"/>
                </a:solidFill>
                <a:latin typeface="Arial"/>
                <a:ea typeface="Arial"/>
                <a:cs typeface="Arial"/>
              </a:defRPr>
            </a:lvl6pPr>
            <a:lvl7pPr>
              <a:defRPr sz="5850" b="1">
                <a:solidFill>
                  <a:srgbClr val="FFFFFF"/>
                </a:solidFill>
                <a:latin typeface="Arial"/>
                <a:ea typeface="Arial"/>
                <a:cs typeface="Arial"/>
              </a:defRPr>
            </a:lvl7pPr>
            <a:lvl8pPr>
              <a:defRPr sz="5850" b="1">
                <a:solidFill>
                  <a:srgbClr val="FFFFFF"/>
                </a:solidFill>
                <a:latin typeface="Arial"/>
                <a:ea typeface="Arial"/>
                <a:cs typeface="Arial"/>
              </a:defRPr>
            </a:lvl8pPr>
            <a:lvl9pPr>
              <a:defRPr sz="5850" b="1">
                <a:solidFill>
                  <a:srgbClr val="FFFFFF"/>
                </a:solidFill>
                <a:latin typeface="Arial"/>
                <a:ea typeface="Arial"/>
                <a:cs typeface="Arial"/>
              </a:defRPr>
            </a:lvl9pPr>
          </a:lstStyle>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SENTRY AI</a:t>
            </a:r>
          </a:p>
        </p:txBody>
      </p:sp>
      <p:sp>
        <p:nvSpPr>
          <p:cNvPr id="2" name="">
            <a:extLst xmlns:a="http://schemas.openxmlformats.org/drawingml/2006/main">
              <a:ext uri="{FF2B5EF4-FFF2-40B4-BE49-F238E27FC236}">
                <a16:creationId xmlns:a16="http://schemas.microsoft.com/office/drawing/2014/main" id="{CE27F68C-0498-42E1-8681-15979D3A3482}"/>
              </a:ext>
            </a:extLst>
          </p:cNvPr>
          <p:cNvSpPr>
            <a:spLocks xmlns:a="http://schemas.openxmlformats.org/drawingml/2006/main" noGrp="1"/>
          </p:cNvSpPr>
          <p:nvPr/>
        </p:nvSpPr>
        <p:spPr>
          <a:xfrm xmlns:a="http://schemas.openxmlformats.org/drawingml/2006/main">
            <a:off x="723900" y="2190750"/>
            <a:ext cx="10382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Supplier disruption decisions</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you can explain</a:t>
            </a:r>
          </a:p>
        </p:txBody>
      </p:sp>
      <p:sp>
        <p:nvSpPr>
          <p:cNvPr id="3" name="">
            <a:extLst xmlns:a="http://schemas.openxmlformats.org/drawingml/2006/main">
              <a:ext uri="{FF2B5EF4-FFF2-40B4-BE49-F238E27FC236}">
                <a16:creationId xmlns:a16="http://schemas.microsoft.com/office/drawing/2014/main" id="{DA0B730C-4F28-4AA0-AB89-AFD23885CC47}"/>
              </a:ext>
            </a:extLst>
          </p:cNvPr>
          <p:cNvSpPr>
            <a:spLocks xmlns:a="http://schemas.openxmlformats.org/drawingml/2006/main" noGrp="1"/>
          </p:cNvSpPr>
          <p:nvPr/>
        </p:nvSpPr>
        <p:spPr>
          <a:xfrm xmlns:a="http://schemas.openxmlformats.org/drawingml/2006/main">
            <a:off x="723900" y="468630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9DDD1"/>
                </a:solidFill>
                <a:latin typeface="Arial"/>
                <a:ea typeface="Arial"/>
                <a:cs typeface="Arial"/>
              </a:defRPr>
            </a:defPPr>
            <a:lvl1pPr>
              <a:defRPr sz="2100" b="0">
                <a:solidFill>
                  <a:srgbClr val="B9DDD1"/>
                </a:solidFill>
                <a:latin typeface="Arial"/>
                <a:ea typeface="Arial"/>
                <a:cs typeface="Arial"/>
              </a:defRPr>
            </a:lvl1pPr>
            <a:lvl2pPr>
              <a:defRPr sz="2100" b="0">
                <a:solidFill>
                  <a:srgbClr val="B9DDD1"/>
                </a:solidFill>
                <a:latin typeface="Arial"/>
                <a:ea typeface="Arial"/>
                <a:cs typeface="Arial"/>
              </a:defRPr>
            </a:lvl2pPr>
            <a:lvl3pPr>
              <a:defRPr sz="2100" b="0">
                <a:solidFill>
                  <a:srgbClr val="B9DDD1"/>
                </a:solidFill>
                <a:latin typeface="Arial"/>
                <a:ea typeface="Arial"/>
                <a:cs typeface="Arial"/>
              </a:defRPr>
            </a:lvl3pPr>
            <a:lvl4pPr>
              <a:defRPr sz="2100" b="0">
                <a:solidFill>
                  <a:srgbClr val="B9DDD1"/>
                </a:solidFill>
                <a:latin typeface="Arial"/>
                <a:ea typeface="Arial"/>
                <a:cs typeface="Arial"/>
              </a:defRPr>
            </a:lvl4pPr>
            <a:lvl5pPr>
              <a:defRPr sz="2100" b="0">
                <a:solidFill>
                  <a:srgbClr val="B9DDD1"/>
                </a:solidFill>
                <a:latin typeface="Arial"/>
                <a:ea typeface="Arial"/>
                <a:cs typeface="Arial"/>
              </a:defRPr>
            </a:lvl5pPr>
            <a:lvl6pPr>
              <a:defRPr sz="2100" b="0">
                <a:solidFill>
                  <a:srgbClr val="B9DDD1"/>
                </a:solidFill>
                <a:latin typeface="Arial"/>
                <a:ea typeface="Arial"/>
                <a:cs typeface="Arial"/>
              </a:defRPr>
            </a:lvl6pPr>
            <a:lvl7pPr>
              <a:defRPr sz="2100" b="0">
                <a:solidFill>
                  <a:srgbClr val="B9DDD1"/>
                </a:solidFill>
                <a:latin typeface="Arial"/>
                <a:ea typeface="Arial"/>
                <a:cs typeface="Arial"/>
              </a:defRPr>
            </a:lvl7pPr>
            <a:lvl8pPr>
              <a:defRPr sz="2100" b="0">
                <a:solidFill>
                  <a:srgbClr val="B9DDD1"/>
                </a:solidFill>
                <a:latin typeface="Arial"/>
                <a:ea typeface="Arial"/>
                <a:cs typeface="Arial"/>
              </a:defRPr>
            </a:lvl8pPr>
            <a:lvl9pPr>
              <a:defRPr sz="2100" b="0">
                <a:solidFill>
                  <a:srgbClr val="B9DDD1"/>
                </a:solidFill>
                <a:latin typeface="Arial"/>
                <a:ea typeface="Arial"/>
                <a:cs typeface="Arial"/>
              </a:defRPr>
            </a:lvl9pPr>
          </a:lstStyle>
          <a:p xmlns:a="http://schemas.openxmlformats.org/drawingml/2006/main">
            <a:pPr>
              <a:defRPr sz="2100" b="0">
                <a:solidFill>
                  <a:srgbClr val="B9DDD1"/>
                </a:solidFill>
                <a:latin typeface="Arial"/>
                <a:ea typeface="Arial"/>
                <a:cs typeface="Arial"/>
              </a:defRPr>
            </a:pPr>
            <a:r>
              <a:rPr sz="2100" b="0">
                <a:solidFill>
                  <a:srgbClr val="B9DDD1"/>
                </a:solidFill>
                <a:latin typeface="Arial"/>
                <a:ea typeface="Arial"/>
                <a:cs typeface="Arial"/>
              </a:rPr>
              <a:t>Evidence-backed recovery with Zetaris, Nightshift and H-MEM</a:t>
            </a:r>
          </a:p>
        </p:txBody>
      </p:sp>
      <p:sp>
        <p:nvSpPr>
          <p:cNvPr id="4" name="">
            <a:extLst xmlns:a="http://schemas.openxmlformats.org/drawingml/2006/main">
              <a:ext uri="{FF2B5EF4-FFF2-40B4-BE49-F238E27FC236}">
                <a16:creationId xmlns:a16="http://schemas.microsoft.com/office/drawing/2014/main" id="{409593DA-96C7-41E0-B898-64950078294E}"/>
              </a:ext>
            </a:extLst>
          </p:cNvPr>
          <p:cNvSpPr>
            <a:spLocks xmlns:a="http://schemas.openxmlformats.org/drawingml/2006/main" noGrp="1"/>
          </p:cNvSpPr>
          <p:nvPr/>
        </p:nvSpPr>
        <p:spPr>
          <a:xfrm xmlns:a="http://schemas.openxmlformats.org/drawingml/2006/main">
            <a:off x="723900" y="6096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FFFFFF"/>
                </a:solidFill>
                <a:latin typeface="Arial"/>
                <a:ea typeface="Arial"/>
                <a:cs typeface="Arial"/>
              </a:defRPr>
            </a:defPPr>
            <a:lvl1pPr>
              <a:defRPr sz="1575" b="0">
                <a:solidFill>
                  <a:srgbClr val="FFFFFF"/>
                </a:solidFill>
                <a:latin typeface="Arial"/>
                <a:ea typeface="Arial"/>
                <a:cs typeface="Arial"/>
              </a:defRPr>
            </a:lvl1pPr>
            <a:lvl2pPr>
              <a:defRPr sz="1575" b="0">
                <a:solidFill>
                  <a:srgbClr val="FFFFFF"/>
                </a:solidFill>
                <a:latin typeface="Arial"/>
                <a:ea typeface="Arial"/>
                <a:cs typeface="Arial"/>
              </a:defRPr>
            </a:lvl2pPr>
            <a:lvl3pPr>
              <a:defRPr sz="1575" b="0">
                <a:solidFill>
                  <a:srgbClr val="FFFFFF"/>
                </a:solidFill>
                <a:latin typeface="Arial"/>
                <a:ea typeface="Arial"/>
                <a:cs typeface="Arial"/>
              </a:defRPr>
            </a:lvl3pPr>
            <a:lvl4pPr>
              <a:defRPr sz="1575" b="0">
                <a:solidFill>
                  <a:srgbClr val="FFFFFF"/>
                </a:solidFill>
                <a:latin typeface="Arial"/>
                <a:ea typeface="Arial"/>
                <a:cs typeface="Arial"/>
              </a:defRPr>
            </a:lvl4pPr>
            <a:lvl5pPr>
              <a:defRPr sz="1575" b="0">
                <a:solidFill>
                  <a:srgbClr val="FFFFFF"/>
                </a:solidFill>
                <a:latin typeface="Arial"/>
                <a:ea typeface="Arial"/>
                <a:cs typeface="Arial"/>
              </a:defRPr>
            </a:lvl5pPr>
            <a:lvl6pPr>
              <a:defRPr sz="1575" b="0">
                <a:solidFill>
                  <a:srgbClr val="FFFFFF"/>
                </a:solidFill>
                <a:latin typeface="Arial"/>
                <a:ea typeface="Arial"/>
                <a:cs typeface="Arial"/>
              </a:defRPr>
            </a:lvl6pPr>
            <a:lvl7pPr>
              <a:defRPr sz="1575" b="0">
                <a:solidFill>
                  <a:srgbClr val="FFFFFF"/>
                </a:solidFill>
                <a:latin typeface="Arial"/>
                <a:ea typeface="Arial"/>
                <a:cs typeface="Arial"/>
              </a:defRPr>
            </a:lvl7pPr>
            <a:lvl8pPr>
              <a:defRPr sz="1575" b="0">
                <a:solidFill>
                  <a:srgbClr val="FFFFFF"/>
                </a:solidFill>
                <a:latin typeface="Arial"/>
                <a:ea typeface="Arial"/>
                <a:cs typeface="Arial"/>
              </a:defRPr>
            </a:lvl8pPr>
            <a:lvl9pPr>
              <a:defRPr sz="1575" b="0">
                <a:solidFill>
                  <a:srgbClr val="FFFFFF"/>
                </a:solidFill>
                <a:latin typeface="Arial"/>
                <a:ea typeface="Arial"/>
                <a:cs typeface="Arial"/>
              </a:defRPr>
            </a:lvl9pPr>
          </a:lstStyle>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Open Agent Hackathon 2026   /   The Agent That Can Explain Why</a:t>
            </a:r>
          </a:p>
        </p:txBody>
      </p:sp>
    </p:spTree>
    <p:extLst>
      <p:ext uri="{BB962C8B-B14F-4D97-AF65-F5344CB8AC3E}">
        <p14:creationId xmlns:p14="http://schemas.microsoft.com/office/powerpoint/2010/main" val="1713501032"/>
      </p:ext>
    </p:extLst>
  </p:cSld>
</p:sld>
</file>

<file path=ppt/slides/slide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6DC3DE-2E14-458F-BFB9-D60123B7F381}"/>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One delayed shipment, three recovery choices</a:t>
            </a:r>
          </a:p>
        </p:txBody>
      </p:sp>
      <p:sp>
        <p:nvSpPr>
          <p:cNvPr id="2" name="">
            <a:extLst xmlns:a="http://schemas.openxmlformats.org/drawingml/2006/main">
              <a:ext uri="{FF2B5EF4-FFF2-40B4-BE49-F238E27FC236}">
                <a16:creationId xmlns:a16="http://schemas.microsoft.com/office/drawing/2014/main" id="{4BC56FE4-FCEE-42BB-95F9-68A35769D4A1}"/>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2</a:t>
            </a:r>
          </a:p>
        </p:txBody>
      </p:sp>
      <p:sp>
        <p:nvSpPr>
          <p:cNvPr id="3" name="">
            <a:extLst xmlns:a="http://schemas.openxmlformats.org/drawingml/2006/main">
              <a:ext uri="{FF2B5EF4-FFF2-40B4-BE49-F238E27FC236}">
                <a16:creationId xmlns:a16="http://schemas.microsoft.com/office/drawing/2014/main" id="{17046A4B-F060-415B-990B-5C9BCD5B056B}"/>
              </a:ext>
            </a:extLst>
          </p:cNvPr>
          <p:cNvSpPr>
            <a:spLocks xmlns:a="http://schemas.openxmlformats.org/drawingml/2006/main" noGrp="1"/>
          </p:cNvSpPr>
          <p:nvPr/>
        </p:nvSpPr>
        <p:spPr>
          <a:xfrm xmlns:a="http://schemas.openxmlformats.org/drawingml/2006/main">
            <a:off x="666750" y="15621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383E"/>
                </a:solidFill>
                <a:latin typeface="Arial"/>
                <a:ea typeface="Arial"/>
                <a:cs typeface="Arial"/>
              </a:defRPr>
            </a:defPPr>
            <a:lvl1pPr>
              <a:defRPr sz="2400" b="1">
                <a:solidFill>
                  <a:srgbClr val="15383E"/>
                </a:solidFill>
                <a:latin typeface="Arial"/>
                <a:ea typeface="Arial"/>
                <a:cs typeface="Arial"/>
              </a:defRPr>
            </a:lvl1pPr>
            <a:lvl2pPr>
              <a:defRPr sz="2400" b="1">
                <a:solidFill>
                  <a:srgbClr val="15383E"/>
                </a:solidFill>
                <a:latin typeface="Arial"/>
                <a:ea typeface="Arial"/>
                <a:cs typeface="Arial"/>
              </a:defRPr>
            </a:lvl2pPr>
            <a:lvl3pPr>
              <a:defRPr sz="2400" b="1">
                <a:solidFill>
                  <a:srgbClr val="15383E"/>
                </a:solidFill>
                <a:latin typeface="Arial"/>
                <a:ea typeface="Arial"/>
                <a:cs typeface="Arial"/>
              </a:defRPr>
            </a:lvl3pPr>
            <a:lvl4pPr>
              <a:defRPr sz="2400" b="1">
                <a:solidFill>
                  <a:srgbClr val="15383E"/>
                </a:solidFill>
                <a:latin typeface="Arial"/>
                <a:ea typeface="Arial"/>
                <a:cs typeface="Arial"/>
              </a:defRPr>
            </a:lvl4pPr>
            <a:lvl5pPr>
              <a:defRPr sz="2400" b="1">
                <a:solidFill>
                  <a:srgbClr val="15383E"/>
                </a:solidFill>
                <a:latin typeface="Arial"/>
                <a:ea typeface="Arial"/>
                <a:cs typeface="Arial"/>
              </a:defRPr>
            </a:lvl5pPr>
            <a:lvl6pPr>
              <a:defRPr sz="2400" b="1">
                <a:solidFill>
                  <a:srgbClr val="15383E"/>
                </a:solidFill>
                <a:latin typeface="Arial"/>
                <a:ea typeface="Arial"/>
                <a:cs typeface="Arial"/>
              </a:defRPr>
            </a:lvl6pPr>
            <a:lvl7pPr>
              <a:defRPr sz="2400" b="1">
                <a:solidFill>
                  <a:srgbClr val="15383E"/>
                </a:solidFill>
                <a:latin typeface="Arial"/>
                <a:ea typeface="Arial"/>
                <a:cs typeface="Arial"/>
              </a:defRPr>
            </a:lvl7pPr>
            <a:lvl8pPr>
              <a:defRPr sz="2400" b="1">
                <a:solidFill>
                  <a:srgbClr val="15383E"/>
                </a:solidFill>
                <a:latin typeface="Arial"/>
                <a:ea typeface="Arial"/>
                <a:cs typeface="Arial"/>
              </a:defRPr>
            </a:lvl8pPr>
            <a:lvl9pPr>
              <a:defRPr sz="2400" b="1">
                <a:solidFill>
                  <a:srgbClr val="15383E"/>
                </a:solidFill>
                <a:latin typeface="Arial"/>
                <a:ea typeface="Arial"/>
                <a:cs typeface="Arial"/>
              </a:defRPr>
            </a:lvl9pPr>
          </a:lstStyle>
          <a:p xmlns:a="http://schemas.openxmlformats.org/drawingml/2006/main">
            <a:pPr>
              <a:defRPr sz="2400" b="1">
                <a:solidFill>
                  <a:srgbClr val="15383E"/>
                </a:solidFill>
                <a:latin typeface="Arial"/>
                <a:ea typeface="Arial"/>
                <a:cs typeface="Arial"/>
              </a:defRPr>
            </a:pPr>
            <a:r>
              <a:rPr sz="2400" b="1">
                <a:solidFill>
                  <a:srgbClr val="15383E"/>
                </a:solidFill>
                <a:latin typeface="Arial"/>
                <a:ea typeface="Arial"/>
                <a:cs typeface="Arial"/>
              </a:rPr>
              <a:t>Alpha delayed five days</a:t>
            </a:r>
          </a:p>
        </p:txBody>
      </p:sp>
      <p:sp>
        <p:nvSpPr>
          <p:cNvPr id="4" name="">
            <a:extLst xmlns:a="http://schemas.openxmlformats.org/drawingml/2006/main">
              <a:ext uri="{FF2B5EF4-FFF2-40B4-BE49-F238E27FC236}">
                <a16:creationId xmlns:a16="http://schemas.microsoft.com/office/drawing/2014/main" id="{C52DC891-B4F0-4F81-B43E-D1E7DCEE4241}"/>
              </a:ext>
            </a:extLst>
          </p:cNvPr>
          <p:cNvSpPr>
            <a:spLocks xmlns:a="http://schemas.openxmlformats.org/drawingml/2006/main" noGrp="1"/>
          </p:cNvSpPr>
          <p:nvPr/>
        </p:nvSpPr>
        <p:spPr>
          <a:xfrm xmlns:a="http://schemas.openxmlformats.org/drawingml/2006/main">
            <a:off x="666750" y="2286000"/>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E"/>
                </a:solidFill>
                <a:latin typeface="Arial"/>
                <a:ea typeface="Arial"/>
                <a:cs typeface="Arial"/>
              </a:defRPr>
            </a:defPPr>
            <a:lvl1pPr>
              <a:defRPr sz="2175" b="0">
                <a:solidFill>
                  <a:srgbClr val="15383E"/>
                </a:solidFill>
                <a:latin typeface="Arial"/>
                <a:ea typeface="Arial"/>
                <a:cs typeface="Arial"/>
              </a:defRPr>
            </a:lvl1pPr>
            <a:lvl2pPr>
              <a:defRPr sz="2175" b="0">
                <a:solidFill>
                  <a:srgbClr val="15383E"/>
                </a:solidFill>
                <a:latin typeface="Arial"/>
                <a:ea typeface="Arial"/>
                <a:cs typeface="Arial"/>
              </a:defRPr>
            </a:lvl2pPr>
            <a:lvl3pPr>
              <a:defRPr sz="2175" b="0">
                <a:solidFill>
                  <a:srgbClr val="15383E"/>
                </a:solidFill>
                <a:latin typeface="Arial"/>
                <a:ea typeface="Arial"/>
                <a:cs typeface="Arial"/>
              </a:defRPr>
            </a:lvl3pPr>
            <a:lvl4pPr>
              <a:defRPr sz="2175" b="0">
                <a:solidFill>
                  <a:srgbClr val="15383E"/>
                </a:solidFill>
                <a:latin typeface="Arial"/>
                <a:ea typeface="Arial"/>
                <a:cs typeface="Arial"/>
              </a:defRPr>
            </a:lvl4pPr>
            <a:lvl5pPr>
              <a:defRPr sz="2175" b="0">
                <a:solidFill>
                  <a:srgbClr val="15383E"/>
                </a:solidFill>
                <a:latin typeface="Arial"/>
                <a:ea typeface="Arial"/>
                <a:cs typeface="Arial"/>
              </a:defRPr>
            </a:lvl5pPr>
            <a:lvl6pPr>
              <a:defRPr sz="2175" b="0">
                <a:solidFill>
                  <a:srgbClr val="15383E"/>
                </a:solidFill>
                <a:latin typeface="Arial"/>
                <a:ea typeface="Arial"/>
                <a:cs typeface="Arial"/>
              </a:defRPr>
            </a:lvl6pPr>
            <a:lvl7pPr>
              <a:defRPr sz="2175" b="0">
                <a:solidFill>
                  <a:srgbClr val="15383E"/>
                </a:solidFill>
                <a:latin typeface="Arial"/>
                <a:ea typeface="Arial"/>
                <a:cs typeface="Arial"/>
              </a:defRPr>
            </a:lvl7pPr>
            <a:lvl8pPr>
              <a:defRPr sz="2175" b="0">
                <a:solidFill>
                  <a:srgbClr val="15383E"/>
                </a:solidFill>
                <a:latin typeface="Arial"/>
                <a:ea typeface="Arial"/>
                <a:cs typeface="Arial"/>
              </a:defRPr>
            </a:lvl8pPr>
            <a:lvl9pPr>
              <a:defRPr sz="2175" b="0">
                <a:solidFill>
                  <a:srgbClr val="15383E"/>
                </a:solidFill>
                <a:latin typeface="Arial"/>
                <a:ea typeface="Arial"/>
                <a:cs typeface="Arial"/>
              </a:defRPr>
            </a:lvl9pPr>
          </a:lstStyle>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Stock covers the first order.</a:t>
            </a:r>
          </a:p>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ORD-1002 remains exposed.</a:t>
            </a:r>
          </a:p>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Five late days cost GBP 500.</a:t>
            </a:r>
          </a:p>
        </p:txBody>
      </p:sp>
      <p:graphicFrame>
        <p:nvGraphicFramePr>
          <p:cNvPr id="5" name="Chart">
            <a:extLst xmlns:a="http://schemas.openxmlformats.org/drawingml/2006/main">
              <a:ext uri="{FF2B5EF4-FFF2-40B4-BE49-F238E27FC236}">
                <a16:creationId xmlns:a16="http://schemas.microsoft.com/office/drawing/2014/main" id="{CF125D1A-4E4D-4240-B49D-DF52EBD1608A}"/>
              </a:ext>
            </a:extLst>
          </p:cNvPr>
          <p:cNvGraphicFramePr/>
          <p:nvPr/>
        </p:nvGraphicFramePr>
        <p:xfrm>
          <a:off xmlns:a="http://schemas.openxmlformats.org/drawingml/2006/main" x="6000750" y="1571625"/>
          <a:ext xmlns:a="http://schemas.openxmlformats.org/drawingml/2006/main" cx="5238750" cy="3429000"/>
        </p:xfrm>
        <a:graphic xmlns:a="http://schemas.openxmlformats.org/drawingml/2006/main">
          <a:graphicData uri="http://schemas.openxmlformats.org/drawingml/2006/chart">
            <c:chart xmlns:r="http://schemas.openxmlformats.org/officeDocument/2006/relationships" xmlns:c="http://schemas.openxmlformats.org/drawingml/2006/chart" r:id="Rf8a88161ef3d4bde"/>
          </a:graphicData>
        </a:graphic>
      </p:graphicFrame>
      <p:sp>
        <p:nvSpPr>
          <p:cNvPr id="6" name="">
            <a:extLst xmlns:a="http://schemas.openxmlformats.org/drawingml/2006/main">
              <a:ext uri="{FF2B5EF4-FFF2-40B4-BE49-F238E27FC236}">
                <a16:creationId xmlns:a16="http://schemas.microsoft.com/office/drawing/2014/main" id="{D38593F8-B780-4248-8257-28576151244A}"/>
              </a:ext>
            </a:extLst>
          </p:cNvPr>
          <p:cNvSpPr>
            <a:spLocks xmlns:a="http://schemas.openxmlformats.org/drawingml/2006/main" noGrp="1"/>
          </p:cNvSpPr>
          <p:nvPr/>
        </p:nvSpPr>
        <p:spPr>
          <a:xfrm xmlns:a="http://schemas.openxmlformats.org/drawingml/2006/main">
            <a:off x="666750" y="54292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87D71"/>
                </a:solidFill>
                <a:latin typeface="Arial"/>
                <a:ea typeface="Arial"/>
                <a:cs typeface="Arial"/>
              </a:defRPr>
            </a:defPPr>
            <a:lvl1pPr>
              <a:defRPr sz="2400" b="1">
                <a:solidFill>
                  <a:srgbClr val="087D71"/>
                </a:solidFill>
                <a:latin typeface="Arial"/>
                <a:ea typeface="Arial"/>
                <a:cs typeface="Arial"/>
              </a:defRPr>
            </a:lvl1pPr>
            <a:lvl2pPr>
              <a:defRPr sz="2400" b="1">
                <a:solidFill>
                  <a:srgbClr val="087D71"/>
                </a:solidFill>
                <a:latin typeface="Arial"/>
                <a:ea typeface="Arial"/>
                <a:cs typeface="Arial"/>
              </a:defRPr>
            </a:lvl2pPr>
            <a:lvl3pPr>
              <a:defRPr sz="2400" b="1">
                <a:solidFill>
                  <a:srgbClr val="087D71"/>
                </a:solidFill>
                <a:latin typeface="Arial"/>
                <a:ea typeface="Arial"/>
                <a:cs typeface="Arial"/>
              </a:defRPr>
            </a:lvl3pPr>
            <a:lvl4pPr>
              <a:defRPr sz="2400" b="1">
                <a:solidFill>
                  <a:srgbClr val="087D71"/>
                </a:solidFill>
                <a:latin typeface="Arial"/>
                <a:ea typeface="Arial"/>
                <a:cs typeface="Arial"/>
              </a:defRPr>
            </a:lvl4pPr>
            <a:lvl5pPr>
              <a:defRPr sz="2400" b="1">
                <a:solidFill>
                  <a:srgbClr val="087D71"/>
                </a:solidFill>
                <a:latin typeface="Arial"/>
                <a:ea typeface="Arial"/>
                <a:cs typeface="Arial"/>
              </a:defRPr>
            </a:lvl5pPr>
            <a:lvl6pPr>
              <a:defRPr sz="2400" b="1">
                <a:solidFill>
                  <a:srgbClr val="087D71"/>
                </a:solidFill>
                <a:latin typeface="Arial"/>
                <a:ea typeface="Arial"/>
                <a:cs typeface="Arial"/>
              </a:defRPr>
            </a:lvl6pPr>
            <a:lvl7pPr>
              <a:defRPr sz="2400" b="1">
                <a:solidFill>
                  <a:srgbClr val="087D71"/>
                </a:solidFill>
                <a:latin typeface="Arial"/>
                <a:ea typeface="Arial"/>
                <a:cs typeface="Arial"/>
              </a:defRPr>
            </a:lvl7pPr>
            <a:lvl8pPr>
              <a:defRPr sz="2400" b="1">
                <a:solidFill>
                  <a:srgbClr val="087D71"/>
                </a:solidFill>
                <a:latin typeface="Arial"/>
                <a:ea typeface="Arial"/>
                <a:cs typeface="Arial"/>
              </a:defRPr>
            </a:lvl8pPr>
            <a:lvl9pPr>
              <a:defRPr sz="2400" b="1">
                <a:solidFill>
                  <a:srgbClr val="087D71"/>
                </a:solidFill>
                <a:latin typeface="Arial"/>
                <a:ea typeface="Arial"/>
                <a:cs typeface="Arial"/>
              </a:defRPr>
            </a:lvl9pPr>
          </a:lstStyle>
          <a:p xmlns:a="http://schemas.openxmlformats.org/drawingml/2006/main">
            <a:pPr>
              <a:defRPr sz="2400" b="1">
                <a:solidFill>
                  <a:srgbClr val="087D71"/>
                </a:solidFill>
                <a:latin typeface="Arial"/>
                <a:ea typeface="Arial"/>
                <a:cs typeface="Arial"/>
              </a:defRPr>
            </a:pPr>
            <a:r>
              <a:rPr sz="2400" b="1">
                <a:solidFill>
                  <a:srgbClr val="087D71"/>
                </a:solidFill>
                <a:latin typeface="Arial"/>
                <a:ea typeface="Arial"/>
                <a:cs typeface="Arial"/>
              </a:rPr>
              <a:t>GBP 340 hypothetical saving against taking no action</a:t>
            </a:r>
          </a:p>
        </p:txBody>
      </p:sp>
    </p:spTree>
    <p:extLst>
      <p:ext uri="{BB962C8B-B14F-4D97-AF65-F5344CB8AC3E}">
        <p14:creationId xmlns:p14="http://schemas.microsoft.com/office/powerpoint/2010/main" val="1739234911"/>
      </p:ext>
    </p:extLst>
  </p:cSld>
</p:sld>
</file>

<file path=ppt/slides/slide3.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402A3C3-141B-42AD-8DDD-0FE0EEB1E1AE}"/>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Agents exchange evidence and challenge conclusions</a:t>
            </a:r>
          </a:p>
        </p:txBody>
      </p:sp>
      <p:sp>
        <p:nvSpPr>
          <p:cNvPr id="2" name="">
            <a:extLst xmlns:a="http://schemas.openxmlformats.org/drawingml/2006/main">
              <a:ext uri="{FF2B5EF4-FFF2-40B4-BE49-F238E27FC236}">
                <a16:creationId xmlns:a16="http://schemas.microsoft.com/office/drawing/2014/main" id="{1E50332E-1133-4DB2-8E1E-D1D2B4833A4B}"/>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3</a:t>
            </a:r>
          </a:p>
        </p:txBody>
      </p:sp>
      <p:sp>
        <p:nvSpPr>
          <p:cNvPr id="3" name="">
            <a:extLst xmlns:a="http://schemas.openxmlformats.org/drawingml/2006/main">
              <a:ext uri="{FF2B5EF4-FFF2-40B4-BE49-F238E27FC236}">
                <a16:creationId xmlns:a16="http://schemas.microsoft.com/office/drawing/2014/main" id="{C8B268E4-36C1-4ECF-BE76-7B1AF466AD8C}"/>
              </a:ext>
            </a:extLst>
          </p:cNvPr>
          <p:cNvSpPr>
            <a:spLocks xmlns:a="http://schemas.openxmlformats.org/drawingml/2006/main" noGrp="1"/>
          </p:cNvSpPr>
          <p:nvPr/>
        </p:nvSpPr>
        <p:spPr>
          <a:xfrm xmlns:a="http://schemas.openxmlformats.org/drawingml/2006/main">
            <a:off x="666750" y="1828800"/>
            <a:ext cx="2476500" cy="1095375"/>
          </a:xfrm>
          <a:prstGeom xmlns:a="http://schemas.openxmlformats.org/drawingml/2006/main" prst="rect">
            <a:avLst/>
          </a:prstGeom>
          <a:solidFill xmlns:a="http://schemas.openxmlformats.org/drawingml/2006/main">
            <a:srgbClr val="E5F1EB"/>
          </a:solidFill>
          <a:ln xmlns:a="http://schemas.openxmlformats.org/drawingml/2006/main" w="9525">
            <a:solidFill>
              <a:srgbClr val="087D71"/>
            </a:solidFill>
          </a:ln>
        </p:spPr>
      </p:sp>
      <p:sp>
        <p:nvSpPr>
          <p:cNvPr id="4" name="">
            <a:extLst xmlns:a="http://schemas.openxmlformats.org/drawingml/2006/main">
              <a:ext uri="{FF2B5EF4-FFF2-40B4-BE49-F238E27FC236}">
                <a16:creationId xmlns:a16="http://schemas.microsoft.com/office/drawing/2014/main" id="{C4230796-F568-4255-9D39-A24F337D6950}"/>
              </a:ext>
            </a:extLst>
          </p:cNvPr>
          <p:cNvSpPr>
            <a:spLocks xmlns:a="http://schemas.openxmlformats.org/drawingml/2006/main" noGrp="1"/>
          </p:cNvSpPr>
          <p:nvPr/>
        </p:nvSpPr>
        <p:spPr>
          <a:xfrm xmlns:a="http://schemas.openxmlformats.org/drawingml/2006/main">
            <a:off x="819150" y="19812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83E"/>
                </a:solidFill>
                <a:latin typeface="Arial"/>
                <a:ea typeface="Arial"/>
                <a:cs typeface="Arial"/>
              </a:defRPr>
            </a:defPPr>
            <a:lvl1pPr>
              <a:defRPr sz="2250" b="1">
                <a:solidFill>
                  <a:srgbClr val="15383E"/>
                </a:solidFill>
                <a:latin typeface="Arial"/>
                <a:ea typeface="Arial"/>
                <a:cs typeface="Arial"/>
              </a:defRPr>
            </a:lvl1pPr>
            <a:lvl2pPr>
              <a:defRPr sz="2250" b="1">
                <a:solidFill>
                  <a:srgbClr val="15383E"/>
                </a:solidFill>
                <a:latin typeface="Arial"/>
                <a:ea typeface="Arial"/>
                <a:cs typeface="Arial"/>
              </a:defRPr>
            </a:lvl2pPr>
            <a:lvl3pPr>
              <a:defRPr sz="2250" b="1">
                <a:solidFill>
                  <a:srgbClr val="15383E"/>
                </a:solidFill>
                <a:latin typeface="Arial"/>
                <a:ea typeface="Arial"/>
                <a:cs typeface="Arial"/>
              </a:defRPr>
            </a:lvl3pPr>
            <a:lvl4pPr>
              <a:defRPr sz="2250" b="1">
                <a:solidFill>
                  <a:srgbClr val="15383E"/>
                </a:solidFill>
                <a:latin typeface="Arial"/>
                <a:ea typeface="Arial"/>
                <a:cs typeface="Arial"/>
              </a:defRPr>
            </a:lvl4pPr>
            <a:lvl5pPr>
              <a:defRPr sz="2250" b="1">
                <a:solidFill>
                  <a:srgbClr val="15383E"/>
                </a:solidFill>
                <a:latin typeface="Arial"/>
                <a:ea typeface="Arial"/>
                <a:cs typeface="Arial"/>
              </a:defRPr>
            </a:lvl5pPr>
            <a:lvl6pPr>
              <a:defRPr sz="2250" b="1">
                <a:solidFill>
                  <a:srgbClr val="15383E"/>
                </a:solidFill>
                <a:latin typeface="Arial"/>
                <a:ea typeface="Arial"/>
                <a:cs typeface="Arial"/>
              </a:defRPr>
            </a:lvl6pPr>
            <a:lvl7pPr>
              <a:defRPr sz="2250" b="1">
                <a:solidFill>
                  <a:srgbClr val="15383E"/>
                </a:solidFill>
                <a:latin typeface="Arial"/>
                <a:ea typeface="Arial"/>
                <a:cs typeface="Arial"/>
              </a:defRPr>
            </a:lvl7pPr>
            <a:lvl8pPr>
              <a:defRPr sz="2250" b="1">
                <a:solidFill>
                  <a:srgbClr val="15383E"/>
                </a:solidFill>
                <a:latin typeface="Arial"/>
                <a:ea typeface="Arial"/>
                <a:cs typeface="Arial"/>
              </a:defRPr>
            </a:lvl8pPr>
            <a:lvl9pPr>
              <a:defRPr sz="2250" b="1">
                <a:solidFill>
                  <a:srgbClr val="15383E"/>
                </a:solidFill>
                <a:latin typeface="Arial"/>
                <a:ea typeface="Arial"/>
                <a:cs typeface="Arial"/>
              </a:defRPr>
            </a:lvl9pPr>
          </a:lstStyle>
          <a:p xmlns:a="http://schemas.openxmlformats.org/drawingml/2006/main">
            <a:pPr>
              <a:defRPr sz="2250" b="1">
                <a:solidFill>
                  <a:srgbClr val="15383E"/>
                </a:solidFill>
                <a:latin typeface="Arial"/>
                <a:ea typeface="Arial"/>
                <a:cs typeface="Arial"/>
              </a:defRPr>
            </a:pPr>
            <a:r>
              <a:rPr sz="2250" b="1">
                <a:solidFill>
                  <a:srgbClr val="15383E"/>
                </a:solidFill>
                <a:latin typeface="Arial"/>
                <a:ea typeface="Arial"/>
                <a:cs typeface="Arial"/>
              </a:rPr>
              <a:t>Planner</a:t>
            </a:r>
          </a:p>
        </p:txBody>
      </p:sp>
      <p:sp>
        <p:nvSpPr>
          <p:cNvPr id="5" name="">
            <a:extLst xmlns:a="http://schemas.openxmlformats.org/drawingml/2006/main">
              <a:ext uri="{FF2B5EF4-FFF2-40B4-BE49-F238E27FC236}">
                <a16:creationId xmlns:a16="http://schemas.microsoft.com/office/drawing/2014/main" id="{62D99744-BE4D-449F-A83C-8A37FDD33DC9}"/>
              </a:ext>
            </a:extLst>
          </p:cNvPr>
          <p:cNvSpPr>
            <a:spLocks xmlns:a="http://schemas.openxmlformats.org/drawingml/2006/main" noGrp="1"/>
          </p:cNvSpPr>
          <p:nvPr/>
        </p:nvSpPr>
        <p:spPr>
          <a:xfrm xmlns:a="http://schemas.openxmlformats.org/drawingml/2006/main">
            <a:off x="819150" y="2428875"/>
            <a:ext cx="2171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383E"/>
                </a:solidFill>
                <a:latin typeface="Arial"/>
                <a:ea typeface="Arial"/>
                <a:cs typeface="Arial"/>
              </a:defRPr>
            </a:defPPr>
            <a:lvl1pPr>
              <a:defRPr sz="1650" b="0">
                <a:solidFill>
                  <a:srgbClr val="15383E"/>
                </a:solidFill>
                <a:latin typeface="Arial"/>
                <a:ea typeface="Arial"/>
                <a:cs typeface="Arial"/>
              </a:defRPr>
            </a:lvl1pPr>
            <a:lvl2pPr>
              <a:defRPr sz="1650" b="0">
                <a:solidFill>
                  <a:srgbClr val="15383E"/>
                </a:solidFill>
                <a:latin typeface="Arial"/>
                <a:ea typeface="Arial"/>
                <a:cs typeface="Arial"/>
              </a:defRPr>
            </a:lvl2pPr>
            <a:lvl3pPr>
              <a:defRPr sz="1650" b="0">
                <a:solidFill>
                  <a:srgbClr val="15383E"/>
                </a:solidFill>
                <a:latin typeface="Arial"/>
                <a:ea typeface="Arial"/>
                <a:cs typeface="Arial"/>
              </a:defRPr>
            </a:lvl3pPr>
            <a:lvl4pPr>
              <a:defRPr sz="1650" b="0">
                <a:solidFill>
                  <a:srgbClr val="15383E"/>
                </a:solidFill>
                <a:latin typeface="Arial"/>
                <a:ea typeface="Arial"/>
                <a:cs typeface="Arial"/>
              </a:defRPr>
            </a:lvl4pPr>
            <a:lvl5pPr>
              <a:defRPr sz="1650" b="0">
                <a:solidFill>
                  <a:srgbClr val="15383E"/>
                </a:solidFill>
                <a:latin typeface="Arial"/>
                <a:ea typeface="Arial"/>
                <a:cs typeface="Arial"/>
              </a:defRPr>
            </a:lvl5pPr>
            <a:lvl6pPr>
              <a:defRPr sz="1650" b="0">
                <a:solidFill>
                  <a:srgbClr val="15383E"/>
                </a:solidFill>
                <a:latin typeface="Arial"/>
                <a:ea typeface="Arial"/>
                <a:cs typeface="Arial"/>
              </a:defRPr>
            </a:lvl6pPr>
            <a:lvl7pPr>
              <a:defRPr sz="1650" b="0">
                <a:solidFill>
                  <a:srgbClr val="15383E"/>
                </a:solidFill>
                <a:latin typeface="Arial"/>
                <a:ea typeface="Arial"/>
                <a:cs typeface="Arial"/>
              </a:defRPr>
            </a:lvl7pPr>
            <a:lvl8pPr>
              <a:defRPr sz="1650" b="0">
                <a:solidFill>
                  <a:srgbClr val="15383E"/>
                </a:solidFill>
                <a:latin typeface="Arial"/>
                <a:ea typeface="Arial"/>
                <a:cs typeface="Arial"/>
              </a:defRPr>
            </a:lvl8pPr>
            <a:lvl9pPr>
              <a:defRPr sz="1650" b="0">
                <a:solidFill>
                  <a:srgbClr val="15383E"/>
                </a:solidFill>
                <a:latin typeface="Arial"/>
                <a:ea typeface="Arial"/>
                <a:cs typeface="Arial"/>
              </a:defRPr>
            </a:lvl9pPr>
          </a:lstStyle>
          <a:p xmlns:a="http://schemas.openxmlformats.org/drawingml/2006/main">
            <a:pPr>
              <a:defRPr sz="1650" b="0">
                <a:solidFill>
                  <a:srgbClr val="15383E"/>
                </a:solidFill>
                <a:latin typeface="Arial"/>
                <a:ea typeface="Arial"/>
                <a:cs typeface="Arial"/>
              </a:defRPr>
            </a:pPr>
            <a:r>
              <a:rPr sz="1650" b="0">
                <a:solidFill>
                  <a:srgbClr val="15383E"/>
                </a:solidFill>
                <a:latin typeface="Arial"/>
                <a:ea typeface="Arial"/>
                <a:cs typeface="Arial"/>
              </a:rPr>
              <a:t>Select evidence questions</a:t>
            </a:r>
          </a:p>
        </p:txBody>
      </p:sp>
      <p:sp>
        <p:nvSpPr>
          <p:cNvPr id="6" name="">
            <a:extLst xmlns:a="http://schemas.openxmlformats.org/drawingml/2006/main">
              <a:ext uri="{FF2B5EF4-FFF2-40B4-BE49-F238E27FC236}">
                <a16:creationId xmlns:a16="http://schemas.microsoft.com/office/drawing/2014/main" id="{C53FB6CF-625A-4520-80BF-563DEB449B20}"/>
              </a:ext>
            </a:extLst>
          </p:cNvPr>
          <p:cNvSpPr>
            <a:spLocks xmlns:a="http://schemas.openxmlformats.org/drawingml/2006/main" noGrp="1"/>
          </p:cNvSpPr>
          <p:nvPr/>
        </p:nvSpPr>
        <p:spPr>
          <a:xfrm xmlns:a="http://schemas.openxmlformats.org/drawingml/2006/main">
            <a:off x="3209925" y="2219325"/>
            <a:ext cx="209550" cy="285750"/>
          </a:xfrm>
          <a:prstGeom xmlns:a="http://schemas.openxmlformats.org/drawingml/2006/main" prst="rightArrow">
            <a:avLst/>
          </a:prstGeom>
          <a:solidFill xmlns:a="http://schemas.openxmlformats.org/drawingml/2006/main">
            <a:srgbClr val="087D7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D0BDB2-6C69-4242-97E7-0EE634387EFB}"/>
              </a:ext>
            </a:extLst>
          </p:cNvPr>
          <p:cNvSpPr>
            <a:spLocks xmlns:a="http://schemas.openxmlformats.org/drawingml/2006/main" noGrp="1"/>
          </p:cNvSpPr>
          <p:nvPr/>
        </p:nvSpPr>
        <p:spPr>
          <a:xfrm xmlns:a="http://schemas.openxmlformats.org/drawingml/2006/main">
            <a:off x="3476625" y="1828800"/>
            <a:ext cx="2476500" cy="1095375"/>
          </a:xfrm>
          <a:prstGeom xmlns:a="http://schemas.openxmlformats.org/drawingml/2006/main" prst="rect">
            <a:avLst/>
          </a:prstGeom>
          <a:solidFill xmlns:a="http://schemas.openxmlformats.org/drawingml/2006/main">
            <a:srgbClr val="E5F1EB"/>
          </a:solidFill>
          <a:ln xmlns:a="http://schemas.openxmlformats.org/drawingml/2006/main" w="9525">
            <a:solidFill>
              <a:srgbClr val="087D71"/>
            </a:solidFill>
          </a:ln>
        </p:spPr>
      </p:sp>
      <p:sp>
        <p:nvSpPr>
          <p:cNvPr id="8" name="">
            <a:extLst xmlns:a="http://schemas.openxmlformats.org/drawingml/2006/main">
              <a:ext uri="{FF2B5EF4-FFF2-40B4-BE49-F238E27FC236}">
                <a16:creationId xmlns:a16="http://schemas.microsoft.com/office/drawing/2014/main" id="{10497D72-4653-43A2-A1A4-8F8F3EE02FAC}"/>
              </a:ext>
            </a:extLst>
          </p:cNvPr>
          <p:cNvSpPr>
            <a:spLocks xmlns:a="http://schemas.openxmlformats.org/drawingml/2006/main" noGrp="1"/>
          </p:cNvSpPr>
          <p:nvPr/>
        </p:nvSpPr>
        <p:spPr>
          <a:xfrm xmlns:a="http://schemas.openxmlformats.org/drawingml/2006/main">
            <a:off x="3629025" y="19812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83E"/>
                </a:solidFill>
                <a:latin typeface="Arial"/>
                <a:ea typeface="Arial"/>
                <a:cs typeface="Arial"/>
              </a:defRPr>
            </a:defPPr>
            <a:lvl1pPr>
              <a:defRPr sz="2250" b="1">
                <a:solidFill>
                  <a:srgbClr val="15383E"/>
                </a:solidFill>
                <a:latin typeface="Arial"/>
                <a:ea typeface="Arial"/>
                <a:cs typeface="Arial"/>
              </a:defRPr>
            </a:lvl1pPr>
            <a:lvl2pPr>
              <a:defRPr sz="2250" b="1">
                <a:solidFill>
                  <a:srgbClr val="15383E"/>
                </a:solidFill>
                <a:latin typeface="Arial"/>
                <a:ea typeface="Arial"/>
                <a:cs typeface="Arial"/>
              </a:defRPr>
            </a:lvl2pPr>
            <a:lvl3pPr>
              <a:defRPr sz="2250" b="1">
                <a:solidFill>
                  <a:srgbClr val="15383E"/>
                </a:solidFill>
                <a:latin typeface="Arial"/>
                <a:ea typeface="Arial"/>
                <a:cs typeface="Arial"/>
              </a:defRPr>
            </a:lvl3pPr>
            <a:lvl4pPr>
              <a:defRPr sz="2250" b="1">
                <a:solidFill>
                  <a:srgbClr val="15383E"/>
                </a:solidFill>
                <a:latin typeface="Arial"/>
                <a:ea typeface="Arial"/>
                <a:cs typeface="Arial"/>
              </a:defRPr>
            </a:lvl4pPr>
            <a:lvl5pPr>
              <a:defRPr sz="2250" b="1">
                <a:solidFill>
                  <a:srgbClr val="15383E"/>
                </a:solidFill>
                <a:latin typeface="Arial"/>
                <a:ea typeface="Arial"/>
                <a:cs typeface="Arial"/>
              </a:defRPr>
            </a:lvl5pPr>
            <a:lvl6pPr>
              <a:defRPr sz="2250" b="1">
                <a:solidFill>
                  <a:srgbClr val="15383E"/>
                </a:solidFill>
                <a:latin typeface="Arial"/>
                <a:ea typeface="Arial"/>
                <a:cs typeface="Arial"/>
              </a:defRPr>
            </a:lvl6pPr>
            <a:lvl7pPr>
              <a:defRPr sz="2250" b="1">
                <a:solidFill>
                  <a:srgbClr val="15383E"/>
                </a:solidFill>
                <a:latin typeface="Arial"/>
                <a:ea typeface="Arial"/>
                <a:cs typeface="Arial"/>
              </a:defRPr>
            </a:lvl7pPr>
            <a:lvl8pPr>
              <a:defRPr sz="2250" b="1">
                <a:solidFill>
                  <a:srgbClr val="15383E"/>
                </a:solidFill>
                <a:latin typeface="Arial"/>
                <a:ea typeface="Arial"/>
                <a:cs typeface="Arial"/>
              </a:defRPr>
            </a:lvl8pPr>
            <a:lvl9pPr>
              <a:defRPr sz="2250" b="1">
                <a:solidFill>
                  <a:srgbClr val="15383E"/>
                </a:solidFill>
                <a:latin typeface="Arial"/>
                <a:ea typeface="Arial"/>
                <a:cs typeface="Arial"/>
              </a:defRPr>
            </a:lvl9pPr>
          </a:lstStyle>
          <a:p xmlns:a="http://schemas.openxmlformats.org/drawingml/2006/main">
            <a:pPr>
              <a:defRPr sz="2250" b="1">
                <a:solidFill>
                  <a:srgbClr val="15383E"/>
                </a:solidFill>
                <a:latin typeface="Arial"/>
                <a:ea typeface="Arial"/>
                <a:cs typeface="Arial"/>
              </a:defRPr>
            </a:pPr>
            <a:r>
              <a:rPr sz="2250" b="1">
                <a:solidFill>
                  <a:srgbClr val="15383E"/>
                </a:solidFill>
                <a:latin typeface="Arial"/>
                <a:ea typeface="Arial"/>
                <a:cs typeface="Arial"/>
              </a:rPr>
              <a:t>Investigator</a:t>
            </a:r>
          </a:p>
        </p:txBody>
      </p:sp>
      <p:sp>
        <p:nvSpPr>
          <p:cNvPr id="9" name="">
            <a:extLst xmlns:a="http://schemas.openxmlformats.org/drawingml/2006/main">
              <a:ext uri="{FF2B5EF4-FFF2-40B4-BE49-F238E27FC236}">
                <a16:creationId xmlns:a16="http://schemas.microsoft.com/office/drawing/2014/main" id="{6299EE30-11A6-456A-8DDA-85E02E2C5F73}"/>
              </a:ext>
            </a:extLst>
          </p:cNvPr>
          <p:cNvSpPr>
            <a:spLocks xmlns:a="http://schemas.openxmlformats.org/drawingml/2006/main" noGrp="1"/>
          </p:cNvSpPr>
          <p:nvPr/>
        </p:nvSpPr>
        <p:spPr>
          <a:xfrm xmlns:a="http://schemas.openxmlformats.org/drawingml/2006/main">
            <a:off x="3629025" y="2428875"/>
            <a:ext cx="2171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383E"/>
                </a:solidFill>
                <a:latin typeface="Arial"/>
                <a:ea typeface="Arial"/>
                <a:cs typeface="Arial"/>
              </a:defRPr>
            </a:defPPr>
            <a:lvl1pPr>
              <a:defRPr sz="1650" b="0">
                <a:solidFill>
                  <a:srgbClr val="15383E"/>
                </a:solidFill>
                <a:latin typeface="Arial"/>
                <a:ea typeface="Arial"/>
                <a:cs typeface="Arial"/>
              </a:defRPr>
            </a:lvl1pPr>
            <a:lvl2pPr>
              <a:defRPr sz="1650" b="0">
                <a:solidFill>
                  <a:srgbClr val="15383E"/>
                </a:solidFill>
                <a:latin typeface="Arial"/>
                <a:ea typeface="Arial"/>
                <a:cs typeface="Arial"/>
              </a:defRPr>
            </a:lvl2pPr>
            <a:lvl3pPr>
              <a:defRPr sz="1650" b="0">
                <a:solidFill>
                  <a:srgbClr val="15383E"/>
                </a:solidFill>
                <a:latin typeface="Arial"/>
                <a:ea typeface="Arial"/>
                <a:cs typeface="Arial"/>
              </a:defRPr>
            </a:lvl3pPr>
            <a:lvl4pPr>
              <a:defRPr sz="1650" b="0">
                <a:solidFill>
                  <a:srgbClr val="15383E"/>
                </a:solidFill>
                <a:latin typeface="Arial"/>
                <a:ea typeface="Arial"/>
                <a:cs typeface="Arial"/>
              </a:defRPr>
            </a:lvl4pPr>
            <a:lvl5pPr>
              <a:defRPr sz="1650" b="0">
                <a:solidFill>
                  <a:srgbClr val="15383E"/>
                </a:solidFill>
                <a:latin typeface="Arial"/>
                <a:ea typeface="Arial"/>
                <a:cs typeface="Arial"/>
              </a:defRPr>
            </a:lvl5pPr>
            <a:lvl6pPr>
              <a:defRPr sz="1650" b="0">
                <a:solidFill>
                  <a:srgbClr val="15383E"/>
                </a:solidFill>
                <a:latin typeface="Arial"/>
                <a:ea typeface="Arial"/>
                <a:cs typeface="Arial"/>
              </a:defRPr>
            </a:lvl6pPr>
            <a:lvl7pPr>
              <a:defRPr sz="1650" b="0">
                <a:solidFill>
                  <a:srgbClr val="15383E"/>
                </a:solidFill>
                <a:latin typeface="Arial"/>
                <a:ea typeface="Arial"/>
                <a:cs typeface="Arial"/>
              </a:defRPr>
            </a:lvl7pPr>
            <a:lvl8pPr>
              <a:defRPr sz="1650" b="0">
                <a:solidFill>
                  <a:srgbClr val="15383E"/>
                </a:solidFill>
                <a:latin typeface="Arial"/>
                <a:ea typeface="Arial"/>
                <a:cs typeface="Arial"/>
              </a:defRPr>
            </a:lvl8pPr>
            <a:lvl9pPr>
              <a:defRPr sz="1650" b="0">
                <a:solidFill>
                  <a:srgbClr val="15383E"/>
                </a:solidFill>
                <a:latin typeface="Arial"/>
                <a:ea typeface="Arial"/>
                <a:cs typeface="Arial"/>
              </a:defRPr>
            </a:lvl9pPr>
          </a:lstStyle>
          <a:p xmlns:a="http://schemas.openxmlformats.org/drawingml/2006/main">
            <a:pPr>
              <a:defRPr sz="1650" b="0">
                <a:solidFill>
                  <a:srgbClr val="15383E"/>
                </a:solidFill>
                <a:latin typeface="Arial"/>
                <a:ea typeface="Arial"/>
                <a:cs typeface="Arial"/>
              </a:defRPr>
            </a:pPr>
            <a:r>
              <a:rPr sz="1650" b="0">
                <a:solidFill>
                  <a:srgbClr val="15383E"/>
                </a:solidFill>
                <a:latin typeface="Arial"/>
                <a:ea typeface="Arial"/>
                <a:cs typeface="Arial"/>
              </a:rPr>
              <a:t>Gather facts and draft</a:t>
            </a:r>
          </a:p>
        </p:txBody>
      </p:sp>
      <p:sp>
        <p:nvSpPr>
          <p:cNvPr id="10" name="">
            <a:extLst xmlns:a="http://schemas.openxmlformats.org/drawingml/2006/main">
              <a:ext uri="{FF2B5EF4-FFF2-40B4-BE49-F238E27FC236}">
                <a16:creationId xmlns:a16="http://schemas.microsoft.com/office/drawing/2014/main" id="{3475A94A-8AF5-4296-A54D-390F6AF51F22}"/>
              </a:ext>
            </a:extLst>
          </p:cNvPr>
          <p:cNvSpPr>
            <a:spLocks xmlns:a="http://schemas.openxmlformats.org/drawingml/2006/main" noGrp="1"/>
          </p:cNvSpPr>
          <p:nvPr/>
        </p:nvSpPr>
        <p:spPr>
          <a:xfrm xmlns:a="http://schemas.openxmlformats.org/drawingml/2006/main">
            <a:off x="6019800" y="2219325"/>
            <a:ext cx="209550" cy="285750"/>
          </a:xfrm>
          <a:prstGeom xmlns:a="http://schemas.openxmlformats.org/drawingml/2006/main" prst="rightArrow">
            <a:avLst/>
          </a:prstGeom>
          <a:solidFill xmlns:a="http://schemas.openxmlformats.org/drawingml/2006/main">
            <a:srgbClr val="087D7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027E5C4-EF76-44F4-8AFA-CB5EA3622080}"/>
              </a:ext>
            </a:extLst>
          </p:cNvPr>
          <p:cNvSpPr>
            <a:spLocks xmlns:a="http://schemas.openxmlformats.org/drawingml/2006/main" noGrp="1"/>
          </p:cNvSpPr>
          <p:nvPr/>
        </p:nvSpPr>
        <p:spPr>
          <a:xfrm xmlns:a="http://schemas.openxmlformats.org/drawingml/2006/main">
            <a:off x="6286500" y="1828800"/>
            <a:ext cx="2476500" cy="1095375"/>
          </a:xfrm>
          <a:prstGeom xmlns:a="http://schemas.openxmlformats.org/drawingml/2006/main" prst="rect">
            <a:avLst/>
          </a:prstGeom>
          <a:solidFill xmlns:a="http://schemas.openxmlformats.org/drawingml/2006/main">
            <a:srgbClr val="E5F1EB"/>
          </a:solidFill>
          <a:ln xmlns:a="http://schemas.openxmlformats.org/drawingml/2006/main" w="9525">
            <a:solidFill>
              <a:srgbClr val="087D71"/>
            </a:solidFill>
          </a:ln>
        </p:spPr>
      </p:sp>
      <p:sp>
        <p:nvSpPr>
          <p:cNvPr id="12" name="">
            <a:extLst xmlns:a="http://schemas.openxmlformats.org/drawingml/2006/main">
              <a:ext uri="{FF2B5EF4-FFF2-40B4-BE49-F238E27FC236}">
                <a16:creationId xmlns:a16="http://schemas.microsoft.com/office/drawing/2014/main" id="{F94BA3FD-BA63-462F-906C-061B97C99D38}"/>
              </a:ext>
            </a:extLst>
          </p:cNvPr>
          <p:cNvSpPr>
            <a:spLocks xmlns:a="http://schemas.openxmlformats.org/drawingml/2006/main" noGrp="1"/>
          </p:cNvSpPr>
          <p:nvPr/>
        </p:nvSpPr>
        <p:spPr>
          <a:xfrm xmlns:a="http://schemas.openxmlformats.org/drawingml/2006/main">
            <a:off x="6438900" y="19812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83E"/>
                </a:solidFill>
                <a:latin typeface="Arial"/>
                <a:ea typeface="Arial"/>
                <a:cs typeface="Arial"/>
              </a:defRPr>
            </a:defPPr>
            <a:lvl1pPr>
              <a:defRPr sz="2250" b="1">
                <a:solidFill>
                  <a:srgbClr val="15383E"/>
                </a:solidFill>
                <a:latin typeface="Arial"/>
                <a:ea typeface="Arial"/>
                <a:cs typeface="Arial"/>
              </a:defRPr>
            </a:lvl1pPr>
            <a:lvl2pPr>
              <a:defRPr sz="2250" b="1">
                <a:solidFill>
                  <a:srgbClr val="15383E"/>
                </a:solidFill>
                <a:latin typeface="Arial"/>
                <a:ea typeface="Arial"/>
                <a:cs typeface="Arial"/>
              </a:defRPr>
            </a:lvl2pPr>
            <a:lvl3pPr>
              <a:defRPr sz="2250" b="1">
                <a:solidFill>
                  <a:srgbClr val="15383E"/>
                </a:solidFill>
                <a:latin typeface="Arial"/>
                <a:ea typeface="Arial"/>
                <a:cs typeface="Arial"/>
              </a:defRPr>
            </a:lvl3pPr>
            <a:lvl4pPr>
              <a:defRPr sz="2250" b="1">
                <a:solidFill>
                  <a:srgbClr val="15383E"/>
                </a:solidFill>
                <a:latin typeface="Arial"/>
                <a:ea typeface="Arial"/>
                <a:cs typeface="Arial"/>
              </a:defRPr>
            </a:lvl4pPr>
            <a:lvl5pPr>
              <a:defRPr sz="2250" b="1">
                <a:solidFill>
                  <a:srgbClr val="15383E"/>
                </a:solidFill>
                <a:latin typeface="Arial"/>
                <a:ea typeface="Arial"/>
                <a:cs typeface="Arial"/>
              </a:defRPr>
            </a:lvl5pPr>
            <a:lvl6pPr>
              <a:defRPr sz="2250" b="1">
                <a:solidFill>
                  <a:srgbClr val="15383E"/>
                </a:solidFill>
                <a:latin typeface="Arial"/>
                <a:ea typeface="Arial"/>
                <a:cs typeface="Arial"/>
              </a:defRPr>
            </a:lvl6pPr>
            <a:lvl7pPr>
              <a:defRPr sz="2250" b="1">
                <a:solidFill>
                  <a:srgbClr val="15383E"/>
                </a:solidFill>
                <a:latin typeface="Arial"/>
                <a:ea typeface="Arial"/>
                <a:cs typeface="Arial"/>
              </a:defRPr>
            </a:lvl7pPr>
            <a:lvl8pPr>
              <a:defRPr sz="2250" b="1">
                <a:solidFill>
                  <a:srgbClr val="15383E"/>
                </a:solidFill>
                <a:latin typeface="Arial"/>
                <a:ea typeface="Arial"/>
                <a:cs typeface="Arial"/>
              </a:defRPr>
            </a:lvl8pPr>
            <a:lvl9pPr>
              <a:defRPr sz="2250" b="1">
                <a:solidFill>
                  <a:srgbClr val="15383E"/>
                </a:solidFill>
                <a:latin typeface="Arial"/>
                <a:ea typeface="Arial"/>
                <a:cs typeface="Arial"/>
              </a:defRPr>
            </a:lvl9pPr>
          </a:lstStyle>
          <a:p xmlns:a="http://schemas.openxmlformats.org/drawingml/2006/main">
            <a:pPr>
              <a:defRPr sz="2250" b="1">
                <a:solidFill>
                  <a:srgbClr val="15383E"/>
                </a:solidFill>
                <a:latin typeface="Arial"/>
                <a:ea typeface="Arial"/>
                <a:cs typeface="Arial"/>
              </a:defRPr>
            </a:pPr>
            <a:r>
              <a:rPr sz="2250" b="1">
                <a:solidFill>
                  <a:srgbClr val="15383E"/>
                </a:solidFill>
                <a:latin typeface="Arial"/>
                <a:ea typeface="Arial"/>
                <a:cs typeface="Arial"/>
              </a:rPr>
              <a:t>Critic</a:t>
            </a:r>
          </a:p>
        </p:txBody>
      </p:sp>
      <p:sp>
        <p:nvSpPr>
          <p:cNvPr id="13" name="">
            <a:extLst xmlns:a="http://schemas.openxmlformats.org/drawingml/2006/main">
              <a:ext uri="{FF2B5EF4-FFF2-40B4-BE49-F238E27FC236}">
                <a16:creationId xmlns:a16="http://schemas.microsoft.com/office/drawing/2014/main" id="{CE1FED98-E2B8-411F-A720-CC99363D7208}"/>
              </a:ext>
            </a:extLst>
          </p:cNvPr>
          <p:cNvSpPr>
            <a:spLocks xmlns:a="http://schemas.openxmlformats.org/drawingml/2006/main" noGrp="1"/>
          </p:cNvSpPr>
          <p:nvPr/>
        </p:nvSpPr>
        <p:spPr>
          <a:xfrm xmlns:a="http://schemas.openxmlformats.org/drawingml/2006/main">
            <a:off x="6438900" y="2428875"/>
            <a:ext cx="2171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383E"/>
                </a:solidFill>
                <a:latin typeface="Arial"/>
                <a:ea typeface="Arial"/>
                <a:cs typeface="Arial"/>
              </a:defRPr>
            </a:defPPr>
            <a:lvl1pPr>
              <a:defRPr sz="1650" b="0">
                <a:solidFill>
                  <a:srgbClr val="15383E"/>
                </a:solidFill>
                <a:latin typeface="Arial"/>
                <a:ea typeface="Arial"/>
                <a:cs typeface="Arial"/>
              </a:defRPr>
            </a:lvl1pPr>
            <a:lvl2pPr>
              <a:defRPr sz="1650" b="0">
                <a:solidFill>
                  <a:srgbClr val="15383E"/>
                </a:solidFill>
                <a:latin typeface="Arial"/>
                <a:ea typeface="Arial"/>
                <a:cs typeface="Arial"/>
              </a:defRPr>
            </a:lvl2pPr>
            <a:lvl3pPr>
              <a:defRPr sz="1650" b="0">
                <a:solidFill>
                  <a:srgbClr val="15383E"/>
                </a:solidFill>
                <a:latin typeface="Arial"/>
                <a:ea typeface="Arial"/>
                <a:cs typeface="Arial"/>
              </a:defRPr>
            </a:lvl3pPr>
            <a:lvl4pPr>
              <a:defRPr sz="1650" b="0">
                <a:solidFill>
                  <a:srgbClr val="15383E"/>
                </a:solidFill>
                <a:latin typeface="Arial"/>
                <a:ea typeface="Arial"/>
                <a:cs typeface="Arial"/>
              </a:defRPr>
            </a:lvl4pPr>
            <a:lvl5pPr>
              <a:defRPr sz="1650" b="0">
                <a:solidFill>
                  <a:srgbClr val="15383E"/>
                </a:solidFill>
                <a:latin typeface="Arial"/>
                <a:ea typeface="Arial"/>
                <a:cs typeface="Arial"/>
              </a:defRPr>
            </a:lvl5pPr>
            <a:lvl6pPr>
              <a:defRPr sz="1650" b="0">
                <a:solidFill>
                  <a:srgbClr val="15383E"/>
                </a:solidFill>
                <a:latin typeface="Arial"/>
                <a:ea typeface="Arial"/>
                <a:cs typeface="Arial"/>
              </a:defRPr>
            </a:lvl6pPr>
            <a:lvl7pPr>
              <a:defRPr sz="1650" b="0">
                <a:solidFill>
                  <a:srgbClr val="15383E"/>
                </a:solidFill>
                <a:latin typeface="Arial"/>
                <a:ea typeface="Arial"/>
                <a:cs typeface="Arial"/>
              </a:defRPr>
            </a:lvl7pPr>
            <a:lvl8pPr>
              <a:defRPr sz="1650" b="0">
                <a:solidFill>
                  <a:srgbClr val="15383E"/>
                </a:solidFill>
                <a:latin typeface="Arial"/>
                <a:ea typeface="Arial"/>
                <a:cs typeface="Arial"/>
              </a:defRPr>
            </a:lvl8pPr>
            <a:lvl9pPr>
              <a:defRPr sz="1650" b="0">
                <a:solidFill>
                  <a:srgbClr val="15383E"/>
                </a:solidFill>
                <a:latin typeface="Arial"/>
                <a:ea typeface="Arial"/>
                <a:cs typeface="Arial"/>
              </a:defRPr>
            </a:lvl9pPr>
          </a:lstStyle>
          <a:p xmlns:a="http://schemas.openxmlformats.org/drawingml/2006/main">
            <a:pPr>
              <a:defRPr sz="1650" b="0">
                <a:solidFill>
                  <a:srgbClr val="15383E"/>
                </a:solidFill>
                <a:latin typeface="Arial"/>
                <a:ea typeface="Arial"/>
                <a:cs typeface="Arial"/>
              </a:defRPr>
            </a:pPr>
            <a:r>
              <a:rPr sz="1650" b="0">
                <a:solidFill>
                  <a:srgbClr val="15383E"/>
                </a:solidFill>
                <a:latin typeface="Arial"/>
                <a:ea typeface="Arial"/>
                <a:cs typeface="Arial"/>
              </a:rPr>
              <a:t>Challenge the explanation</a:t>
            </a:r>
          </a:p>
        </p:txBody>
      </p:sp>
      <p:sp>
        <p:nvSpPr>
          <p:cNvPr id="14" name="">
            <a:extLst xmlns:a="http://schemas.openxmlformats.org/drawingml/2006/main">
              <a:ext uri="{FF2B5EF4-FFF2-40B4-BE49-F238E27FC236}">
                <a16:creationId xmlns:a16="http://schemas.microsoft.com/office/drawing/2014/main" id="{D02585C9-93DE-473A-80BE-2574CF714D1A}"/>
              </a:ext>
            </a:extLst>
          </p:cNvPr>
          <p:cNvSpPr>
            <a:spLocks xmlns:a="http://schemas.openxmlformats.org/drawingml/2006/main" noGrp="1"/>
          </p:cNvSpPr>
          <p:nvPr/>
        </p:nvSpPr>
        <p:spPr>
          <a:xfrm xmlns:a="http://schemas.openxmlformats.org/drawingml/2006/main">
            <a:off x="8829675" y="2219325"/>
            <a:ext cx="209550" cy="285750"/>
          </a:xfrm>
          <a:prstGeom xmlns:a="http://schemas.openxmlformats.org/drawingml/2006/main" prst="rightArrow">
            <a:avLst/>
          </a:prstGeom>
          <a:solidFill xmlns:a="http://schemas.openxmlformats.org/drawingml/2006/main">
            <a:srgbClr val="087D7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EB29783-E9D5-44FE-95F0-ED4707932ADF}"/>
              </a:ext>
            </a:extLst>
          </p:cNvPr>
          <p:cNvSpPr>
            <a:spLocks xmlns:a="http://schemas.openxmlformats.org/drawingml/2006/main" noGrp="1"/>
          </p:cNvSpPr>
          <p:nvPr/>
        </p:nvSpPr>
        <p:spPr>
          <a:xfrm xmlns:a="http://schemas.openxmlformats.org/drawingml/2006/main">
            <a:off x="9096375" y="1828800"/>
            <a:ext cx="2476500" cy="1095375"/>
          </a:xfrm>
          <a:prstGeom xmlns:a="http://schemas.openxmlformats.org/drawingml/2006/main" prst="rect">
            <a:avLst/>
          </a:prstGeom>
          <a:solidFill xmlns:a="http://schemas.openxmlformats.org/drawingml/2006/main">
            <a:srgbClr val="E5F1EB"/>
          </a:solidFill>
          <a:ln xmlns:a="http://schemas.openxmlformats.org/drawingml/2006/main" w="9525">
            <a:solidFill>
              <a:srgbClr val="087D71"/>
            </a:solidFill>
          </a:ln>
        </p:spPr>
      </p:sp>
      <p:sp>
        <p:nvSpPr>
          <p:cNvPr id="16" name="">
            <a:extLst xmlns:a="http://schemas.openxmlformats.org/drawingml/2006/main">
              <a:ext uri="{FF2B5EF4-FFF2-40B4-BE49-F238E27FC236}">
                <a16:creationId xmlns:a16="http://schemas.microsoft.com/office/drawing/2014/main" id="{B95CCF75-EC5E-441B-906C-5D8ABD8CE8E2}"/>
              </a:ext>
            </a:extLst>
          </p:cNvPr>
          <p:cNvSpPr>
            <a:spLocks xmlns:a="http://schemas.openxmlformats.org/drawingml/2006/main" noGrp="1"/>
          </p:cNvSpPr>
          <p:nvPr/>
        </p:nvSpPr>
        <p:spPr>
          <a:xfrm xmlns:a="http://schemas.openxmlformats.org/drawingml/2006/main">
            <a:off x="9248775" y="1981200"/>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5383E"/>
                </a:solidFill>
                <a:latin typeface="Arial"/>
                <a:ea typeface="Arial"/>
                <a:cs typeface="Arial"/>
              </a:defRPr>
            </a:defPPr>
            <a:lvl1pPr>
              <a:defRPr sz="2250" b="1">
                <a:solidFill>
                  <a:srgbClr val="15383E"/>
                </a:solidFill>
                <a:latin typeface="Arial"/>
                <a:ea typeface="Arial"/>
                <a:cs typeface="Arial"/>
              </a:defRPr>
            </a:lvl1pPr>
            <a:lvl2pPr>
              <a:defRPr sz="2250" b="1">
                <a:solidFill>
                  <a:srgbClr val="15383E"/>
                </a:solidFill>
                <a:latin typeface="Arial"/>
                <a:ea typeface="Arial"/>
                <a:cs typeface="Arial"/>
              </a:defRPr>
            </a:lvl2pPr>
            <a:lvl3pPr>
              <a:defRPr sz="2250" b="1">
                <a:solidFill>
                  <a:srgbClr val="15383E"/>
                </a:solidFill>
                <a:latin typeface="Arial"/>
                <a:ea typeface="Arial"/>
                <a:cs typeface="Arial"/>
              </a:defRPr>
            </a:lvl3pPr>
            <a:lvl4pPr>
              <a:defRPr sz="2250" b="1">
                <a:solidFill>
                  <a:srgbClr val="15383E"/>
                </a:solidFill>
                <a:latin typeface="Arial"/>
                <a:ea typeface="Arial"/>
                <a:cs typeface="Arial"/>
              </a:defRPr>
            </a:lvl4pPr>
            <a:lvl5pPr>
              <a:defRPr sz="2250" b="1">
                <a:solidFill>
                  <a:srgbClr val="15383E"/>
                </a:solidFill>
                <a:latin typeface="Arial"/>
                <a:ea typeface="Arial"/>
                <a:cs typeface="Arial"/>
              </a:defRPr>
            </a:lvl5pPr>
            <a:lvl6pPr>
              <a:defRPr sz="2250" b="1">
                <a:solidFill>
                  <a:srgbClr val="15383E"/>
                </a:solidFill>
                <a:latin typeface="Arial"/>
                <a:ea typeface="Arial"/>
                <a:cs typeface="Arial"/>
              </a:defRPr>
            </a:lvl6pPr>
            <a:lvl7pPr>
              <a:defRPr sz="2250" b="1">
                <a:solidFill>
                  <a:srgbClr val="15383E"/>
                </a:solidFill>
                <a:latin typeface="Arial"/>
                <a:ea typeface="Arial"/>
                <a:cs typeface="Arial"/>
              </a:defRPr>
            </a:lvl7pPr>
            <a:lvl8pPr>
              <a:defRPr sz="2250" b="1">
                <a:solidFill>
                  <a:srgbClr val="15383E"/>
                </a:solidFill>
                <a:latin typeface="Arial"/>
                <a:ea typeface="Arial"/>
                <a:cs typeface="Arial"/>
              </a:defRPr>
            </a:lvl8pPr>
            <a:lvl9pPr>
              <a:defRPr sz="2250" b="1">
                <a:solidFill>
                  <a:srgbClr val="15383E"/>
                </a:solidFill>
                <a:latin typeface="Arial"/>
                <a:ea typeface="Arial"/>
                <a:cs typeface="Arial"/>
              </a:defRPr>
            </a:lvl9pPr>
          </a:lstStyle>
          <a:p xmlns:a="http://schemas.openxmlformats.org/drawingml/2006/main">
            <a:pPr>
              <a:defRPr sz="2250" b="1">
                <a:solidFill>
                  <a:srgbClr val="15383E"/>
                </a:solidFill>
                <a:latin typeface="Arial"/>
                <a:ea typeface="Arial"/>
                <a:cs typeface="Arial"/>
              </a:defRPr>
            </a:pPr>
            <a:r>
              <a:rPr sz="2250" b="1">
                <a:solidFill>
                  <a:srgbClr val="15383E"/>
                </a:solidFill>
                <a:latin typeface="Arial"/>
                <a:ea typeface="Arial"/>
                <a:cs typeface="Arial"/>
              </a:rPr>
              <a:t>Evaluator</a:t>
            </a:r>
          </a:p>
        </p:txBody>
      </p:sp>
      <p:sp>
        <p:nvSpPr>
          <p:cNvPr id="17" name="">
            <a:extLst xmlns:a="http://schemas.openxmlformats.org/drawingml/2006/main">
              <a:ext uri="{FF2B5EF4-FFF2-40B4-BE49-F238E27FC236}">
                <a16:creationId xmlns:a16="http://schemas.microsoft.com/office/drawing/2014/main" id="{3230A30C-1C8B-437E-8A3E-74449472DCD7}"/>
              </a:ext>
            </a:extLst>
          </p:cNvPr>
          <p:cNvSpPr>
            <a:spLocks xmlns:a="http://schemas.openxmlformats.org/drawingml/2006/main" noGrp="1"/>
          </p:cNvSpPr>
          <p:nvPr/>
        </p:nvSpPr>
        <p:spPr>
          <a:xfrm xmlns:a="http://schemas.openxmlformats.org/drawingml/2006/main">
            <a:off x="9248775" y="2428875"/>
            <a:ext cx="2171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383E"/>
                </a:solidFill>
                <a:latin typeface="Arial"/>
                <a:ea typeface="Arial"/>
                <a:cs typeface="Arial"/>
              </a:defRPr>
            </a:defPPr>
            <a:lvl1pPr>
              <a:defRPr sz="1650" b="0">
                <a:solidFill>
                  <a:srgbClr val="15383E"/>
                </a:solidFill>
                <a:latin typeface="Arial"/>
                <a:ea typeface="Arial"/>
                <a:cs typeface="Arial"/>
              </a:defRPr>
            </a:lvl1pPr>
            <a:lvl2pPr>
              <a:defRPr sz="1650" b="0">
                <a:solidFill>
                  <a:srgbClr val="15383E"/>
                </a:solidFill>
                <a:latin typeface="Arial"/>
                <a:ea typeface="Arial"/>
                <a:cs typeface="Arial"/>
              </a:defRPr>
            </a:lvl2pPr>
            <a:lvl3pPr>
              <a:defRPr sz="1650" b="0">
                <a:solidFill>
                  <a:srgbClr val="15383E"/>
                </a:solidFill>
                <a:latin typeface="Arial"/>
                <a:ea typeface="Arial"/>
                <a:cs typeface="Arial"/>
              </a:defRPr>
            </a:lvl3pPr>
            <a:lvl4pPr>
              <a:defRPr sz="1650" b="0">
                <a:solidFill>
                  <a:srgbClr val="15383E"/>
                </a:solidFill>
                <a:latin typeface="Arial"/>
                <a:ea typeface="Arial"/>
                <a:cs typeface="Arial"/>
              </a:defRPr>
            </a:lvl4pPr>
            <a:lvl5pPr>
              <a:defRPr sz="1650" b="0">
                <a:solidFill>
                  <a:srgbClr val="15383E"/>
                </a:solidFill>
                <a:latin typeface="Arial"/>
                <a:ea typeface="Arial"/>
                <a:cs typeface="Arial"/>
              </a:defRPr>
            </a:lvl5pPr>
            <a:lvl6pPr>
              <a:defRPr sz="1650" b="0">
                <a:solidFill>
                  <a:srgbClr val="15383E"/>
                </a:solidFill>
                <a:latin typeface="Arial"/>
                <a:ea typeface="Arial"/>
                <a:cs typeface="Arial"/>
              </a:defRPr>
            </a:lvl6pPr>
            <a:lvl7pPr>
              <a:defRPr sz="1650" b="0">
                <a:solidFill>
                  <a:srgbClr val="15383E"/>
                </a:solidFill>
                <a:latin typeface="Arial"/>
                <a:ea typeface="Arial"/>
                <a:cs typeface="Arial"/>
              </a:defRPr>
            </a:lvl7pPr>
            <a:lvl8pPr>
              <a:defRPr sz="1650" b="0">
                <a:solidFill>
                  <a:srgbClr val="15383E"/>
                </a:solidFill>
                <a:latin typeface="Arial"/>
                <a:ea typeface="Arial"/>
                <a:cs typeface="Arial"/>
              </a:defRPr>
            </a:lvl8pPr>
            <a:lvl9pPr>
              <a:defRPr sz="1650" b="0">
                <a:solidFill>
                  <a:srgbClr val="15383E"/>
                </a:solidFill>
                <a:latin typeface="Arial"/>
                <a:ea typeface="Arial"/>
                <a:cs typeface="Arial"/>
              </a:defRPr>
            </a:lvl9pPr>
          </a:lstStyle>
          <a:p xmlns:a="http://schemas.openxmlformats.org/drawingml/2006/main">
            <a:pPr>
              <a:defRPr sz="1650" b="0">
                <a:solidFill>
                  <a:srgbClr val="15383E"/>
                </a:solidFill>
                <a:latin typeface="Arial"/>
                <a:ea typeface="Arial"/>
                <a:cs typeface="Arial"/>
              </a:defRPr>
            </a:pPr>
            <a:r>
              <a:rPr sz="1650" b="0">
                <a:solidFill>
                  <a:srgbClr val="15383E"/>
                </a:solidFill>
                <a:latin typeface="Arial"/>
                <a:ea typeface="Arial"/>
                <a:cs typeface="Arial"/>
              </a:rPr>
              <a:t>Check figures and citations</a:t>
            </a:r>
          </a:p>
        </p:txBody>
      </p:sp>
      <p:sp>
        <p:nvSpPr>
          <p:cNvPr id="18" name="">
            <a:extLst xmlns:a="http://schemas.openxmlformats.org/drawingml/2006/main">
              <a:ext uri="{FF2B5EF4-FFF2-40B4-BE49-F238E27FC236}">
                <a16:creationId xmlns:a16="http://schemas.microsoft.com/office/drawing/2014/main" id="{16A239E1-07AE-4659-A02D-6BF0992BC9BE}"/>
              </a:ext>
            </a:extLst>
          </p:cNvPr>
          <p:cNvSpPr>
            <a:spLocks xmlns:a="http://schemas.openxmlformats.org/drawingml/2006/main" noGrp="1"/>
          </p:cNvSpPr>
          <p:nvPr/>
        </p:nvSpPr>
        <p:spPr>
          <a:xfrm xmlns:a="http://schemas.openxmlformats.org/drawingml/2006/main">
            <a:off x="666750" y="35242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D71"/>
                </a:solidFill>
                <a:latin typeface="Arial"/>
                <a:ea typeface="Arial"/>
                <a:cs typeface="Arial"/>
              </a:defRPr>
            </a:defPPr>
            <a:lvl1pPr>
              <a:defRPr sz="2550" b="1">
                <a:solidFill>
                  <a:srgbClr val="087D71"/>
                </a:solidFill>
                <a:latin typeface="Arial"/>
                <a:ea typeface="Arial"/>
                <a:cs typeface="Arial"/>
              </a:defRPr>
            </a:lvl1pPr>
            <a:lvl2pPr>
              <a:defRPr sz="2550" b="1">
                <a:solidFill>
                  <a:srgbClr val="087D71"/>
                </a:solidFill>
                <a:latin typeface="Arial"/>
                <a:ea typeface="Arial"/>
                <a:cs typeface="Arial"/>
              </a:defRPr>
            </a:lvl2pPr>
            <a:lvl3pPr>
              <a:defRPr sz="2550" b="1">
                <a:solidFill>
                  <a:srgbClr val="087D71"/>
                </a:solidFill>
                <a:latin typeface="Arial"/>
                <a:ea typeface="Arial"/>
                <a:cs typeface="Arial"/>
              </a:defRPr>
            </a:lvl3pPr>
            <a:lvl4pPr>
              <a:defRPr sz="2550" b="1">
                <a:solidFill>
                  <a:srgbClr val="087D71"/>
                </a:solidFill>
                <a:latin typeface="Arial"/>
                <a:ea typeface="Arial"/>
                <a:cs typeface="Arial"/>
              </a:defRPr>
            </a:lvl4pPr>
            <a:lvl5pPr>
              <a:defRPr sz="2550" b="1">
                <a:solidFill>
                  <a:srgbClr val="087D71"/>
                </a:solidFill>
                <a:latin typeface="Arial"/>
                <a:ea typeface="Arial"/>
                <a:cs typeface="Arial"/>
              </a:defRPr>
            </a:lvl5pPr>
            <a:lvl6pPr>
              <a:defRPr sz="2550" b="1">
                <a:solidFill>
                  <a:srgbClr val="087D71"/>
                </a:solidFill>
                <a:latin typeface="Arial"/>
                <a:ea typeface="Arial"/>
                <a:cs typeface="Arial"/>
              </a:defRPr>
            </a:lvl6pPr>
            <a:lvl7pPr>
              <a:defRPr sz="2550" b="1">
                <a:solidFill>
                  <a:srgbClr val="087D71"/>
                </a:solidFill>
                <a:latin typeface="Arial"/>
                <a:ea typeface="Arial"/>
                <a:cs typeface="Arial"/>
              </a:defRPr>
            </a:lvl7pPr>
            <a:lvl8pPr>
              <a:defRPr sz="2550" b="1">
                <a:solidFill>
                  <a:srgbClr val="087D71"/>
                </a:solidFill>
                <a:latin typeface="Arial"/>
                <a:ea typeface="Arial"/>
                <a:cs typeface="Arial"/>
              </a:defRPr>
            </a:lvl8pPr>
            <a:lvl9pPr>
              <a:defRPr sz="2550" b="1">
                <a:solidFill>
                  <a:srgbClr val="087D71"/>
                </a:solidFill>
                <a:latin typeface="Arial"/>
                <a:ea typeface="Arial"/>
                <a:cs typeface="Arial"/>
              </a:defRPr>
            </a:lvl9pPr>
          </a:lstStyle>
          <a:p xmlns:a="http://schemas.openxmlformats.org/drawingml/2006/main">
            <a:pPr>
              <a:defRPr sz="2550" b="1">
                <a:solidFill>
                  <a:srgbClr val="087D71"/>
                </a:solidFill>
                <a:latin typeface="Arial"/>
                <a:ea typeface="Arial"/>
                <a:cs typeface="Arial"/>
              </a:defRPr>
            </a:pPr>
            <a:r>
              <a:rPr sz="2550" b="1">
                <a:solidFill>
                  <a:srgbClr val="087D71"/>
                </a:solidFill>
                <a:latin typeface="Arial"/>
                <a:ea typeface="Arial"/>
                <a:cs typeface="Arial"/>
              </a:rPr>
              <a:t>Evidence gaps return to the Planner</a:t>
            </a:r>
          </a:p>
        </p:txBody>
      </p:sp>
      <p:sp>
        <p:nvSpPr>
          <p:cNvPr id="19" name="">
            <a:extLst xmlns:a="http://schemas.openxmlformats.org/drawingml/2006/main">
              <a:ext uri="{FF2B5EF4-FFF2-40B4-BE49-F238E27FC236}">
                <a16:creationId xmlns:a16="http://schemas.microsoft.com/office/drawing/2014/main" id="{A865137C-ABE2-4C08-8D1E-DD59E41C8DCE}"/>
              </a:ext>
            </a:extLst>
          </p:cNvPr>
          <p:cNvSpPr>
            <a:spLocks xmlns:a="http://schemas.openxmlformats.org/drawingml/2006/main" noGrp="1"/>
          </p:cNvSpPr>
          <p:nvPr/>
        </p:nvSpPr>
        <p:spPr>
          <a:xfrm xmlns:a="http://schemas.openxmlformats.org/drawingml/2006/main">
            <a:off x="666750" y="4333875"/>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E"/>
                </a:solidFill>
                <a:latin typeface="Arial"/>
                <a:ea typeface="Arial"/>
                <a:cs typeface="Arial"/>
              </a:defRPr>
            </a:defPPr>
            <a:lvl1pPr>
              <a:defRPr sz="2175" b="0">
                <a:solidFill>
                  <a:srgbClr val="15383E"/>
                </a:solidFill>
                <a:latin typeface="Arial"/>
                <a:ea typeface="Arial"/>
                <a:cs typeface="Arial"/>
              </a:defRPr>
            </a:lvl1pPr>
            <a:lvl2pPr>
              <a:defRPr sz="2175" b="0">
                <a:solidFill>
                  <a:srgbClr val="15383E"/>
                </a:solidFill>
                <a:latin typeface="Arial"/>
                <a:ea typeface="Arial"/>
                <a:cs typeface="Arial"/>
              </a:defRPr>
            </a:lvl2pPr>
            <a:lvl3pPr>
              <a:defRPr sz="2175" b="0">
                <a:solidFill>
                  <a:srgbClr val="15383E"/>
                </a:solidFill>
                <a:latin typeface="Arial"/>
                <a:ea typeface="Arial"/>
                <a:cs typeface="Arial"/>
              </a:defRPr>
            </a:lvl3pPr>
            <a:lvl4pPr>
              <a:defRPr sz="2175" b="0">
                <a:solidFill>
                  <a:srgbClr val="15383E"/>
                </a:solidFill>
                <a:latin typeface="Arial"/>
                <a:ea typeface="Arial"/>
                <a:cs typeface="Arial"/>
              </a:defRPr>
            </a:lvl4pPr>
            <a:lvl5pPr>
              <a:defRPr sz="2175" b="0">
                <a:solidFill>
                  <a:srgbClr val="15383E"/>
                </a:solidFill>
                <a:latin typeface="Arial"/>
                <a:ea typeface="Arial"/>
                <a:cs typeface="Arial"/>
              </a:defRPr>
            </a:lvl5pPr>
            <a:lvl6pPr>
              <a:defRPr sz="2175" b="0">
                <a:solidFill>
                  <a:srgbClr val="15383E"/>
                </a:solidFill>
                <a:latin typeface="Arial"/>
                <a:ea typeface="Arial"/>
                <a:cs typeface="Arial"/>
              </a:defRPr>
            </a:lvl6pPr>
            <a:lvl7pPr>
              <a:defRPr sz="2175" b="0">
                <a:solidFill>
                  <a:srgbClr val="15383E"/>
                </a:solidFill>
                <a:latin typeface="Arial"/>
                <a:ea typeface="Arial"/>
                <a:cs typeface="Arial"/>
              </a:defRPr>
            </a:lvl7pPr>
            <a:lvl8pPr>
              <a:defRPr sz="2175" b="0">
                <a:solidFill>
                  <a:srgbClr val="15383E"/>
                </a:solidFill>
                <a:latin typeface="Arial"/>
                <a:ea typeface="Arial"/>
                <a:cs typeface="Arial"/>
              </a:defRPr>
            </a:lvl8pPr>
            <a:lvl9pPr>
              <a:defRPr sz="2175" b="0">
                <a:solidFill>
                  <a:srgbClr val="15383E"/>
                </a:solidFill>
                <a:latin typeface="Arial"/>
                <a:ea typeface="Arial"/>
                <a:cs typeface="Arial"/>
              </a:defRPr>
            </a:lvl9pPr>
          </a:lstStyle>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Rejected drafts carry reasons. Current evidence overrides recalled memory.</a:t>
            </a:r>
          </a:p>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Only a validated recommendation is stored and offered for human review.</a:t>
            </a:r>
          </a:p>
        </p:txBody>
      </p:sp>
    </p:spTree>
    <p:extLst>
      <p:ext uri="{BB962C8B-B14F-4D97-AF65-F5344CB8AC3E}">
        <p14:creationId xmlns:p14="http://schemas.microsoft.com/office/powerpoint/2010/main" val="1121118342"/>
      </p:ext>
    </p:extLst>
  </p:cSld>
</p:sld>
</file>

<file path=ppt/slides/slide4.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E54044-5962-4D7C-931A-3B3EC73FE4C0}"/>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Zetaris connects the operational evidence</a:t>
            </a:r>
          </a:p>
        </p:txBody>
      </p:sp>
      <p:sp>
        <p:nvSpPr>
          <p:cNvPr id="2" name="">
            <a:extLst xmlns:a="http://schemas.openxmlformats.org/drawingml/2006/main">
              <a:ext uri="{FF2B5EF4-FFF2-40B4-BE49-F238E27FC236}">
                <a16:creationId xmlns:a16="http://schemas.microsoft.com/office/drawing/2014/main" id="{91B08372-AB5C-45E4-A75C-0ED2A992071C}"/>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4</a:t>
            </a:r>
          </a:p>
        </p:txBody>
      </p:sp>
      <p:sp>
        <p:nvSpPr>
          <p:cNvPr id="3" name="">
            <a:extLst xmlns:a="http://schemas.openxmlformats.org/drawingml/2006/main">
              <a:ext uri="{FF2B5EF4-FFF2-40B4-BE49-F238E27FC236}">
                <a16:creationId xmlns:a16="http://schemas.microsoft.com/office/drawing/2014/main" id="{2E15EF74-6749-4B90-B1D4-5C70AABD5537}"/>
              </a:ext>
            </a:extLst>
          </p:cNvPr>
          <p:cNvSpPr>
            <a:spLocks xmlns:a="http://schemas.openxmlformats.org/drawingml/2006/main" noGrp="1"/>
          </p:cNvSpPr>
          <p:nvPr/>
        </p:nvSpPr>
        <p:spPr>
          <a:xfrm xmlns:a="http://schemas.openxmlformats.org/drawingml/2006/main">
            <a:off x="666750" y="15716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E"/>
                </a:solidFill>
                <a:latin typeface="Arial"/>
                <a:ea typeface="Arial"/>
                <a:cs typeface="Arial"/>
              </a:defRPr>
            </a:defPPr>
            <a:lvl1pPr>
              <a:defRPr sz="2100" b="0">
                <a:solidFill>
                  <a:srgbClr val="15383E"/>
                </a:solidFill>
                <a:latin typeface="Arial"/>
                <a:ea typeface="Arial"/>
                <a:cs typeface="Arial"/>
              </a:defRPr>
            </a:lvl1pPr>
            <a:lvl2pPr>
              <a:defRPr sz="2100" b="0">
                <a:solidFill>
                  <a:srgbClr val="15383E"/>
                </a:solidFill>
                <a:latin typeface="Arial"/>
                <a:ea typeface="Arial"/>
                <a:cs typeface="Arial"/>
              </a:defRPr>
            </a:lvl2pPr>
            <a:lvl3pPr>
              <a:defRPr sz="2100" b="0">
                <a:solidFill>
                  <a:srgbClr val="15383E"/>
                </a:solidFill>
                <a:latin typeface="Arial"/>
                <a:ea typeface="Arial"/>
                <a:cs typeface="Arial"/>
              </a:defRPr>
            </a:lvl3pPr>
            <a:lvl4pPr>
              <a:defRPr sz="2100" b="0">
                <a:solidFill>
                  <a:srgbClr val="15383E"/>
                </a:solidFill>
                <a:latin typeface="Arial"/>
                <a:ea typeface="Arial"/>
                <a:cs typeface="Arial"/>
              </a:defRPr>
            </a:lvl4pPr>
            <a:lvl5pPr>
              <a:defRPr sz="2100" b="0">
                <a:solidFill>
                  <a:srgbClr val="15383E"/>
                </a:solidFill>
                <a:latin typeface="Arial"/>
                <a:ea typeface="Arial"/>
                <a:cs typeface="Arial"/>
              </a:defRPr>
            </a:lvl5pPr>
            <a:lvl6pPr>
              <a:defRPr sz="2100" b="0">
                <a:solidFill>
                  <a:srgbClr val="15383E"/>
                </a:solidFill>
                <a:latin typeface="Arial"/>
                <a:ea typeface="Arial"/>
                <a:cs typeface="Arial"/>
              </a:defRPr>
            </a:lvl6pPr>
            <a:lvl7pPr>
              <a:defRPr sz="2100" b="0">
                <a:solidFill>
                  <a:srgbClr val="15383E"/>
                </a:solidFill>
                <a:latin typeface="Arial"/>
                <a:ea typeface="Arial"/>
                <a:cs typeface="Arial"/>
              </a:defRPr>
            </a:lvl7pPr>
            <a:lvl8pPr>
              <a:defRPr sz="2100" b="0">
                <a:solidFill>
                  <a:srgbClr val="15383E"/>
                </a:solidFill>
                <a:latin typeface="Arial"/>
                <a:ea typeface="Arial"/>
                <a:cs typeface="Arial"/>
              </a:defRPr>
            </a:lvl8pPr>
            <a:lvl9pPr>
              <a:defRPr sz="2100" b="0">
                <a:solidFill>
                  <a:srgbClr val="15383E"/>
                </a:solidFill>
                <a:latin typeface="Arial"/>
                <a:ea typeface="Arial"/>
                <a:cs typeface="Arial"/>
              </a:defRPr>
            </a:lvl9pPr>
          </a:lstStyle>
          <a:p xmlns:a="http://schemas.openxmlformats.org/drawingml/2006/main">
            <a:pPr>
              <a:defRPr sz="2100" b="0">
                <a:solidFill>
                  <a:srgbClr val="15383E"/>
                </a:solidFill>
                <a:latin typeface="Arial"/>
                <a:ea typeface="Arial"/>
                <a:cs typeface="Arial"/>
              </a:defRPr>
            </a:pPr>
            <a:r>
              <a:rPr sz="2100" b="0">
                <a:solidFill>
                  <a:srgbClr val="15383E"/>
                </a:solidFill>
                <a:latin typeface="Arial"/>
                <a:ea typeface="Arial"/>
                <a:cs typeface="Arial"/>
              </a:rPr>
              <a:t>PostgreSQL ERP: customer orders and penalties</a:t>
            </a:r>
          </a:p>
        </p:txBody>
      </p:sp>
      <p:sp>
        <p:nvSpPr>
          <p:cNvPr id="4" name="">
            <a:extLst xmlns:a="http://schemas.openxmlformats.org/drawingml/2006/main">
              <a:ext uri="{FF2B5EF4-FFF2-40B4-BE49-F238E27FC236}">
                <a16:creationId xmlns:a16="http://schemas.microsoft.com/office/drawing/2014/main" id="{F048737F-D4C4-4DA5-A270-038C31353E21}"/>
              </a:ext>
            </a:extLst>
          </p:cNvPr>
          <p:cNvSpPr>
            <a:spLocks xmlns:a="http://schemas.openxmlformats.org/drawingml/2006/main" noGrp="1"/>
          </p:cNvSpPr>
          <p:nvPr/>
        </p:nvSpPr>
        <p:spPr>
          <a:xfrm xmlns:a="http://schemas.openxmlformats.org/drawingml/2006/main">
            <a:off x="666750" y="22955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E"/>
                </a:solidFill>
                <a:latin typeface="Arial"/>
                <a:ea typeface="Arial"/>
                <a:cs typeface="Arial"/>
              </a:defRPr>
            </a:defPPr>
            <a:lvl1pPr>
              <a:defRPr sz="2100" b="0">
                <a:solidFill>
                  <a:srgbClr val="15383E"/>
                </a:solidFill>
                <a:latin typeface="Arial"/>
                <a:ea typeface="Arial"/>
                <a:cs typeface="Arial"/>
              </a:defRPr>
            </a:lvl1pPr>
            <a:lvl2pPr>
              <a:defRPr sz="2100" b="0">
                <a:solidFill>
                  <a:srgbClr val="15383E"/>
                </a:solidFill>
                <a:latin typeface="Arial"/>
                <a:ea typeface="Arial"/>
                <a:cs typeface="Arial"/>
              </a:defRPr>
            </a:lvl2pPr>
            <a:lvl3pPr>
              <a:defRPr sz="2100" b="0">
                <a:solidFill>
                  <a:srgbClr val="15383E"/>
                </a:solidFill>
                <a:latin typeface="Arial"/>
                <a:ea typeface="Arial"/>
                <a:cs typeface="Arial"/>
              </a:defRPr>
            </a:lvl3pPr>
            <a:lvl4pPr>
              <a:defRPr sz="2100" b="0">
                <a:solidFill>
                  <a:srgbClr val="15383E"/>
                </a:solidFill>
                <a:latin typeface="Arial"/>
                <a:ea typeface="Arial"/>
                <a:cs typeface="Arial"/>
              </a:defRPr>
            </a:lvl4pPr>
            <a:lvl5pPr>
              <a:defRPr sz="2100" b="0">
                <a:solidFill>
                  <a:srgbClr val="15383E"/>
                </a:solidFill>
                <a:latin typeface="Arial"/>
                <a:ea typeface="Arial"/>
                <a:cs typeface="Arial"/>
              </a:defRPr>
            </a:lvl5pPr>
            <a:lvl6pPr>
              <a:defRPr sz="2100" b="0">
                <a:solidFill>
                  <a:srgbClr val="15383E"/>
                </a:solidFill>
                <a:latin typeface="Arial"/>
                <a:ea typeface="Arial"/>
                <a:cs typeface="Arial"/>
              </a:defRPr>
            </a:lvl6pPr>
            <a:lvl7pPr>
              <a:defRPr sz="2100" b="0">
                <a:solidFill>
                  <a:srgbClr val="15383E"/>
                </a:solidFill>
                <a:latin typeface="Arial"/>
                <a:ea typeface="Arial"/>
                <a:cs typeface="Arial"/>
              </a:defRPr>
            </a:lvl7pPr>
            <a:lvl8pPr>
              <a:defRPr sz="2100" b="0">
                <a:solidFill>
                  <a:srgbClr val="15383E"/>
                </a:solidFill>
                <a:latin typeface="Arial"/>
                <a:ea typeface="Arial"/>
                <a:cs typeface="Arial"/>
              </a:defRPr>
            </a:lvl8pPr>
            <a:lvl9pPr>
              <a:defRPr sz="2100" b="0">
                <a:solidFill>
                  <a:srgbClr val="15383E"/>
                </a:solidFill>
                <a:latin typeface="Arial"/>
                <a:ea typeface="Arial"/>
                <a:cs typeface="Arial"/>
              </a:defRPr>
            </a:lvl9pPr>
          </a:lstStyle>
          <a:p xmlns:a="http://schemas.openxmlformats.org/drawingml/2006/main">
            <a:pPr>
              <a:defRPr sz="2100" b="0">
                <a:solidFill>
                  <a:srgbClr val="15383E"/>
                </a:solidFill>
                <a:latin typeface="Arial"/>
                <a:ea typeface="Arial"/>
                <a:cs typeface="Arial"/>
              </a:defRPr>
            </a:pPr>
            <a:r>
              <a:rPr sz="2100" b="0">
                <a:solidFill>
                  <a:srgbClr val="15383E"/>
                </a:solidFill>
                <a:latin typeface="Arial"/>
                <a:ea typeface="Arial"/>
                <a:cs typeface="Arial"/>
              </a:rPr>
              <a:t>Supplier CSV portal: replenishment, stock and recovery offers</a:t>
            </a:r>
          </a:p>
        </p:txBody>
      </p:sp>
      <p:sp>
        <p:nvSpPr>
          <p:cNvPr id="5" name="">
            <a:extLst xmlns:a="http://schemas.openxmlformats.org/drawingml/2006/main">
              <a:ext uri="{FF2B5EF4-FFF2-40B4-BE49-F238E27FC236}">
                <a16:creationId xmlns:a16="http://schemas.microsoft.com/office/drawing/2014/main" id="{D9B24F79-F756-438F-8AFD-BE0050A5C23A}"/>
              </a:ext>
            </a:extLst>
          </p:cNvPr>
          <p:cNvSpPr>
            <a:spLocks xmlns:a="http://schemas.openxmlformats.org/drawingml/2006/main" noGrp="1"/>
          </p:cNvSpPr>
          <p:nvPr/>
        </p:nvSpPr>
        <p:spPr>
          <a:xfrm xmlns:a="http://schemas.openxmlformats.org/drawingml/2006/main">
            <a:off x="666750" y="3019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E"/>
                </a:solidFill>
                <a:latin typeface="Arial"/>
                <a:ea typeface="Arial"/>
                <a:cs typeface="Arial"/>
              </a:defRPr>
            </a:defPPr>
            <a:lvl1pPr>
              <a:defRPr sz="2100" b="0">
                <a:solidFill>
                  <a:srgbClr val="15383E"/>
                </a:solidFill>
                <a:latin typeface="Arial"/>
                <a:ea typeface="Arial"/>
                <a:cs typeface="Arial"/>
              </a:defRPr>
            </a:lvl1pPr>
            <a:lvl2pPr>
              <a:defRPr sz="2100" b="0">
                <a:solidFill>
                  <a:srgbClr val="15383E"/>
                </a:solidFill>
                <a:latin typeface="Arial"/>
                <a:ea typeface="Arial"/>
                <a:cs typeface="Arial"/>
              </a:defRPr>
            </a:lvl2pPr>
            <a:lvl3pPr>
              <a:defRPr sz="2100" b="0">
                <a:solidFill>
                  <a:srgbClr val="15383E"/>
                </a:solidFill>
                <a:latin typeface="Arial"/>
                <a:ea typeface="Arial"/>
                <a:cs typeface="Arial"/>
              </a:defRPr>
            </a:lvl3pPr>
            <a:lvl4pPr>
              <a:defRPr sz="2100" b="0">
                <a:solidFill>
                  <a:srgbClr val="15383E"/>
                </a:solidFill>
                <a:latin typeface="Arial"/>
                <a:ea typeface="Arial"/>
                <a:cs typeface="Arial"/>
              </a:defRPr>
            </a:lvl4pPr>
            <a:lvl5pPr>
              <a:defRPr sz="2100" b="0">
                <a:solidFill>
                  <a:srgbClr val="15383E"/>
                </a:solidFill>
                <a:latin typeface="Arial"/>
                <a:ea typeface="Arial"/>
                <a:cs typeface="Arial"/>
              </a:defRPr>
            </a:lvl5pPr>
            <a:lvl6pPr>
              <a:defRPr sz="2100" b="0">
                <a:solidFill>
                  <a:srgbClr val="15383E"/>
                </a:solidFill>
                <a:latin typeface="Arial"/>
                <a:ea typeface="Arial"/>
                <a:cs typeface="Arial"/>
              </a:defRPr>
            </a:lvl6pPr>
            <a:lvl7pPr>
              <a:defRPr sz="2100" b="0">
                <a:solidFill>
                  <a:srgbClr val="15383E"/>
                </a:solidFill>
                <a:latin typeface="Arial"/>
                <a:ea typeface="Arial"/>
                <a:cs typeface="Arial"/>
              </a:defRPr>
            </a:lvl7pPr>
            <a:lvl8pPr>
              <a:defRPr sz="2100" b="0">
                <a:solidFill>
                  <a:srgbClr val="15383E"/>
                </a:solidFill>
                <a:latin typeface="Arial"/>
                <a:ea typeface="Arial"/>
                <a:cs typeface="Arial"/>
              </a:defRPr>
            </a:lvl8pPr>
            <a:lvl9pPr>
              <a:defRPr sz="2100" b="0">
                <a:solidFill>
                  <a:srgbClr val="15383E"/>
                </a:solidFill>
                <a:latin typeface="Arial"/>
                <a:ea typeface="Arial"/>
                <a:cs typeface="Arial"/>
              </a:defRPr>
            </a:lvl9pPr>
          </a:lstStyle>
          <a:p xmlns:a="http://schemas.openxmlformats.org/drawingml/2006/main">
            <a:pPr>
              <a:defRPr sz="2100" b="0">
                <a:solidFill>
                  <a:srgbClr val="15383E"/>
                </a:solidFill>
                <a:latin typeface="Arial"/>
                <a:ea typeface="Arial"/>
                <a:cs typeface="Arial"/>
              </a:defRPr>
            </a:pPr>
            <a:r>
              <a:rPr sz="2100" b="0">
                <a:solidFill>
                  <a:srgbClr val="15383E"/>
                </a:solidFill>
                <a:latin typeface="Arial"/>
                <a:ea typeface="Arial"/>
                <a:cs typeface="Arial"/>
              </a:rPr>
              <a:t>Carrier CSV source: arrival claims, timestamps and freshness</a:t>
            </a:r>
          </a:p>
        </p:txBody>
      </p:sp>
      <p:sp>
        <p:nvSpPr>
          <p:cNvPr id="6" name="">
            <a:extLst xmlns:a="http://schemas.openxmlformats.org/drawingml/2006/main">
              <a:ext uri="{FF2B5EF4-FFF2-40B4-BE49-F238E27FC236}">
                <a16:creationId xmlns:a16="http://schemas.microsoft.com/office/drawing/2014/main" id="{D46F7BF7-4F9B-4A27-A0CD-1280E722B000}"/>
              </a:ext>
            </a:extLst>
          </p:cNvPr>
          <p:cNvSpPr>
            <a:spLocks xmlns:a="http://schemas.openxmlformats.org/drawingml/2006/main" noGrp="1"/>
          </p:cNvSpPr>
          <p:nvPr/>
        </p:nvSpPr>
        <p:spPr>
          <a:xfrm xmlns:a="http://schemas.openxmlformats.org/drawingml/2006/main">
            <a:off x="666750" y="41148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87D71"/>
                </a:solidFill>
                <a:latin typeface="Arial"/>
                <a:ea typeface="Arial"/>
                <a:cs typeface="Arial"/>
              </a:defRPr>
            </a:defPPr>
            <a:lvl1pPr>
              <a:defRPr sz="2625" b="1">
                <a:solidFill>
                  <a:srgbClr val="087D71"/>
                </a:solidFill>
                <a:latin typeface="Arial"/>
                <a:ea typeface="Arial"/>
                <a:cs typeface="Arial"/>
              </a:defRPr>
            </a:lvl1pPr>
            <a:lvl2pPr>
              <a:defRPr sz="2625" b="1">
                <a:solidFill>
                  <a:srgbClr val="087D71"/>
                </a:solidFill>
                <a:latin typeface="Arial"/>
                <a:ea typeface="Arial"/>
                <a:cs typeface="Arial"/>
              </a:defRPr>
            </a:lvl2pPr>
            <a:lvl3pPr>
              <a:defRPr sz="2625" b="1">
                <a:solidFill>
                  <a:srgbClr val="087D71"/>
                </a:solidFill>
                <a:latin typeface="Arial"/>
                <a:ea typeface="Arial"/>
                <a:cs typeface="Arial"/>
              </a:defRPr>
            </a:lvl3pPr>
            <a:lvl4pPr>
              <a:defRPr sz="2625" b="1">
                <a:solidFill>
                  <a:srgbClr val="087D71"/>
                </a:solidFill>
                <a:latin typeface="Arial"/>
                <a:ea typeface="Arial"/>
                <a:cs typeface="Arial"/>
              </a:defRPr>
            </a:lvl4pPr>
            <a:lvl5pPr>
              <a:defRPr sz="2625" b="1">
                <a:solidFill>
                  <a:srgbClr val="087D71"/>
                </a:solidFill>
                <a:latin typeface="Arial"/>
                <a:ea typeface="Arial"/>
                <a:cs typeface="Arial"/>
              </a:defRPr>
            </a:lvl5pPr>
            <a:lvl6pPr>
              <a:defRPr sz="2625" b="1">
                <a:solidFill>
                  <a:srgbClr val="087D71"/>
                </a:solidFill>
                <a:latin typeface="Arial"/>
                <a:ea typeface="Arial"/>
                <a:cs typeface="Arial"/>
              </a:defRPr>
            </a:lvl6pPr>
            <a:lvl7pPr>
              <a:defRPr sz="2625" b="1">
                <a:solidFill>
                  <a:srgbClr val="087D71"/>
                </a:solidFill>
                <a:latin typeface="Arial"/>
                <a:ea typeface="Arial"/>
                <a:cs typeface="Arial"/>
              </a:defRPr>
            </a:lvl7pPr>
            <a:lvl8pPr>
              <a:defRPr sz="2625" b="1">
                <a:solidFill>
                  <a:srgbClr val="087D71"/>
                </a:solidFill>
                <a:latin typeface="Arial"/>
                <a:ea typeface="Arial"/>
                <a:cs typeface="Arial"/>
              </a:defRPr>
            </a:lvl8pPr>
            <a:lvl9pPr>
              <a:defRPr sz="2625" b="1">
                <a:solidFill>
                  <a:srgbClr val="087D71"/>
                </a:solidFill>
                <a:latin typeface="Arial"/>
                <a:ea typeface="Arial"/>
                <a:cs typeface="Arial"/>
              </a:defRPr>
            </a:lvl9pPr>
          </a:lstStyle>
          <a:p xmlns:a="http://schemas.openxmlformats.org/drawingml/2006/main">
            <a:pPr>
              <a:defRPr sz="2625" b="1">
                <a:solidFill>
                  <a:srgbClr val="087D71"/>
                </a:solidFill>
                <a:latin typeface="Arial"/>
                <a:ea typeface="Arial"/>
                <a:cs typeface="Arial"/>
              </a:defRPr>
            </a:pPr>
            <a:r>
              <a:rPr sz="2625" b="1">
                <a:solidFill>
                  <a:srgbClr val="087D71"/>
                </a:solidFill>
                <a:latin typeface="Arial"/>
                <a:ea typeface="Arial"/>
                <a:cs typeface="Arial"/>
              </a:rPr>
              <a:t>One bounded, read-only investigation snapshot</a:t>
            </a:r>
          </a:p>
        </p:txBody>
      </p:sp>
      <p:sp>
        <p:nvSpPr>
          <p:cNvPr id="7" name="">
            <a:extLst xmlns:a="http://schemas.openxmlformats.org/drawingml/2006/main">
              <a:ext uri="{FF2B5EF4-FFF2-40B4-BE49-F238E27FC236}">
                <a16:creationId xmlns:a16="http://schemas.microsoft.com/office/drawing/2014/main" id="{64101E9B-FE0F-4652-978D-B8F8CD700DAB}"/>
              </a:ext>
            </a:extLst>
          </p:cNvPr>
          <p:cNvSpPr>
            <a:spLocks xmlns:a="http://schemas.openxmlformats.org/drawingml/2006/main" noGrp="1"/>
          </p:cNvSpPr>
          <p:nvPr/>
        </p:nvSpPr>
        <p:spPr>
          <a:xfrm xmlns:a="http://schemas.openxmlformats.org/drawingml/2006/main">
            <a:off x="666750" y="49530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E"/>
                </a:solidFill>
                <a:latin typeface="Arial"/>
                <a:ea typeface="Arial"/>
                <a:cs typeface="Arial"/>
              </a:defRPr>
            </a:defPPr>
            <a:lvl1pPr>
              <a:defRPr sz="2100" b="0">
                <a:solidFill>
                  <a:srgbClr val="15383E"/>
                </a:solidFill>
                <a:latin typeface="Arial"/>
                <a:ea typeface="Arial"/>
                <a:cs typeface="Arial"/>
              </a:defRPr>
            </a:lvl1pPr>
            <a:lvl2pPr>
              <a:defRPr sz="2100" b="0">
                <a:solidFill>
                  <a:srgbClr val="15383E"/>
                </a:solidFill>
                <a:latin typeface="Arial"/>
                <a:ea typeface="Arial"/>
                <a:cs typeface="Arial"/>
              </a:defRPr>
            </a:lvl2pPr>
            <a:lvl3pPr>
              <a:defRPr sz="2100" b="0">
                <a:solidFill>
                  <a:srgbClr val="15383E"/>
                </a:solidFill>
                <a:latin typeface="Arial"/>
                <a:ea typeface="Arial"/>
                <a:cs typeface="Arial"/>
              </a:defRPr>
            </a:lvl3pPr>
            <a:lvl4pPr>
              <a:defRPr sz="2100" b="0">
                <a:solidFill>
                  <a:srgbClr val="15383E"/>
                </a:solidFill>
                <a:latin typeface="Arial"/>
                <a:ea typeface="Arial"/>
                <a:cs typeface="Arial"/>
              </a:defRPr>
            </a:lvl4pPr>
            <a:lvl5pPr>
              <a:defRPr sz="2100" b="0">
                <a:solidFill>
                  <a:srgbClr val="15383E"/>
                </a:solidFill>
                <a:latin typeface="Arial"/>
                <a:ea typeface="Arial"/>
                <a:cs typeface="Arial"/>
              </a:defRPr>
            </a:lvl5pPr>
            <a:lvl6pPr>
              <a:defRPr sz="2100" b="0">
                <a:solidFill>
                  <a:srgbClr val="15383E"/>
                </a:solidFill>
                <a:latin typeface="Arial"/>
                <a:ea typeface="Arial"/>
                <a:cs typeface="Arial"/>
              </a:defRPr>
            </a:lvl6pPr>
            <a:lvl7pPr>
              <a:defRPr sz="2100" b="0">
                <a:solidFill>
                  <a:srgbClr val="15383E"/>
                </a:solidFill>
                <a:latin typeface="Arial"/>
                <a:ea typeface="Arial"/>
                <a:cs typeface="Arial"/>
              </a:defRPr>
            </a:lvl7pPr>
            <a:lvl8pPr>
              <a:defRPr sz="2100" b="0">
                <a:solidFill>
                  <a:srgbClr val="15383E"/>
                </a:solidFill>
                <a:latin typeface="Arial"/>
                <a:ea typeface="Arial"/>
                <a:cs typeface="Arial"/>
              </a:defRPr>
            </a:lvl8pPr>
            <a:lvl9pPr>
              <a:defRPr sz="2100" b="0">
                <a:solidFill>
                  <a:srgbClr val="15383E"/>
                </a:solidFill>
                <a:latin typeface="Arial"/>
                <a:ea typeface="Arial"/>
                <a:cs typeface="Arial"/>
              </a:defRPr>
            </a:lvl9pPr>
          </a:lstStyle>
          <a:p xmlns:a="http://schemas.openxmlformats.org/drawingml/2006/main">
            <a:pPr>
              <a:defRPr sz="2100" b="0">
                <a:solidFill>
                  <a:srgbClr val="15383E"/>
                </a:solidFill>
                <a:latin typeface="Arial"/>
                <a:ea typeface="Arial"/>
                <a:cs typeface="Arial"/>
              </a:defRPr>
            </a:pPr>
            <a:r>
              <a:rPr sz="2100" b="0">
                <a:solidFill>
                  <a:srgbClr val="15383E"/>
                </a:solidFill>
                <a:latin typeface="Arial"/>
                <a:ea typeface="Arial"/>
                <a:cs typeface="Arial"/>
              </a:rPr>
              <a:t>Query IDs, row counts, evidence references and acquisition timestamps</a:t>
            </a:r>
          </a:p>
          <a:p xmlns:a="http://schemas.openxmlformats.org/drawingml/2006/main">
            <a:pPr>
              <a:defRPr sz="2100" b="0">
                <a:solidFill>
                  <a:srgbClr val="15383E"/>
                </a:solidFill>
                <a:latin typeface="Arial"/>
                <a:ea typeface="Arial"/>
                <a:cs typeface="Arial"/>
              </a:defRPr>
            </a:pPr>
            <a:r>
              <a:rPr sz="2100" b="0">
                <a:solidFill>
                  <a:srgbClr val="15383E"/>
                </a:solidFill>
                <a:latin typeface="Arial"/>
                <a:ea typeface="Arial"/>
                <a:cs typeface="Arial"/>
              </a:rPr>
              <a:t>remain attached to the decision packet.</a:t>
            </a:r>
          </a:p>
        </p:txBody>
      </p:sp>
    </p:spTree>
    <p:extLst>
      <p:ext uri="{BB962C8B-B14F-4D97-AF65-F5344CB8AC3E}">
        <p14:creationId xmlns:p14="http://schemas.microsoft.com/office/powerpoint/2010/main" val="1077308618"/>
      </p:ext>
    </p:extLst>
  </p:cSld>
</p:sld>
</file>

<file path=ppt/slides/slide5.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7AA940-E8C5-49EF-8086-BDE1E7AB9F30}"/>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The best choice changes with the conditions</a:t>
            </a:r>
          </a:p>
        </p:txBody>
      </p:sp>
      <p:sp>
        <p:nvSpPr>
          <p:cNvPr id="2" name="">
            <a:extLst xmlns:a="http://schemas.openxmlformats.org/drawingml/2006/main">
              <a:ext uri="{FF2B5EF4-FFF2-40B4-BE49-F238E27FC236}">
                <a16:creationId xmlns:a16="http://schemas.microsoft.com/office/drawing/2014/main" id="{AF5A4135-5B34-4FD5-97E0-F9E3029AFB01}"/>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5</a:t>
            </a:r>
          </a:p>
        </p:txBody>
      </p:sp>
      <p:graphicFrame>
        <p:nvGraphicFramePr>
          <p:cNvPr id="3" name="">
            <a:extLst xmlns:a="http://schemas.openxmlformats.org/drawingml/2006/main">
              <a:ext uri="{FF2B5EF4-FFF2-40B4-BE49-F238E27FC236}">
                <a16:creationId xmlns:a16="http://schemas.microsoft.com/office/drawing/2014/main" id="{37DD63A9-68DE-45DD-BC48-3928009BFB3A}"/>
              </a:ext>
            </a:extLst>
          </p:cNvPr>
          <p:cNvGraphicFramePr/>
          <p:nvPr/>
        </p:nvGraphicFramePr>
        <p:xfrm>
          <a:off xmlns:a="http://schemas.openxmlformats.org/drawingml/2006/main" x="666750" y="1666875"/>
          <a:ext xmlns:a="http://schemas.openxmlformats.org/drawingml/2006/main" cx="10763250" cy="2400300"/>
        </p:xfrm>
        <a:graphic xmlns:a="http://schemas.openxmlformats.org/drawingml/2006/main">
          <a:graphicData uri="http://schemas.openxmlformats.org/drawingml/2006/table">
            <a:tbl>
              <a:tblPr/>
              <a:tblGrid>
                <a:gridCol w="3587750"/>
                <a:gridCol w="3587750"/>
                <a:gridCol w="3587750"/>
              </a:tblGrid>
              <a:tr h="600075">
                <a:tc>
                  <a:txBody>
                    <a:bodyPr/>
                    <a:lstStyle/>
                    <a:p>
                      <a:r>
                        <a:rPr sz="1800" b="1">
                          <a:solidFill>
                            <a:srgbClr val="FFFFFF"/>
                          </a:solidFill>
                          <a:latin typeface="Arial"/>
                          <a:ea typeface="Arial"/>
                          <a:cs typeface="Arial"/>
                        </a:rPr>
                        <a:t>Scenario</a:t>
                      </a:r>
                    </a:p>
                  </a:txBody>
                  <a:tcPr marL="91440" marR="91440" marT="45720" marB="45720">
                    <a:solidFill>
                      <a:srgbClr val="087D71"/>
                    </a:solidFill>
                  </a:tcPr>
                </a:tc>
                <a:tc>
                  <a:txBody>
                    <a:bodyPr/>
                    <a:lstStyle/>
                    <a:p>
                      <a:r>
                        <a:rPr sz="1800" b="1">
                          <a:solidFill>
                            <a:srgbClr val="FFFFFF"/>
                          </a:solidFill>
                          <a:latin typeface="Arial"/>
                          <a:ea typeface="Arial"/>
                          <a:cs typeface="Arial"/>
                        </a:rPr>
                        <a:t>Calculated outcome</a:t>
                      </a:r>
                    </a:p>
                  </a:txBody>
                  <a:tcPr marL="91440" marR="91440" marT="45720" marB="45720">
                    <a:solidFill>
                      <a:srgbClr val="087D71"/>
                    </a:solidFill>
                  </a:tcPr>
                </a:tc>
                <a:tc>
                  <a:txBody>
                    <a:bodyPr/>
                    <a:lstStyle/>
                    <a:p>
                      <a:r>
                        <a:rPr sz="1800" b="1">
                          <a:solidFill>
                            <a:srgbClr val="FFFFFF"/>
                          </a:solidFill>
                          <a:latin typeface="Arial"/>
                          <a:ea typeface="Arial"/>
                          <a:cs typeface="Arial"/>
                        </a:rPr>
                        <a:t>Operational implication</a:t>
                      </a:r>
                    </a:p>
                  </a:txBody>
                  <a:tcPr marL="91440" marR="91440" marT="45720" marB="45720">
                    <a:solidFill>
                      <a:srgbClr val="087D71"/>
                    </a:solidFill>
                  </a:tcPr>
                </a:tc>
              </a:tr>
              <a:tr h="600075">
                <a:tc>
                  <a:txBody>
                    <a:bodyPr/>
                    <a:lstStyle/>
                    <a:p>
                      <a:r>
                        <a:rPr sz="1800" b="0">
                          <a:solidFill>
                            <a:srgbClr val="15383E"/>
                          </a:solidFill>
                          <a:latin typeface="Arial"/>
                          <a:ea typeface="Arial"/>
                          <a:cs typeface="Arial"/>
                        </a:rPr>
                        <a:t>Alpha +5 days</a:t>
                      </a:r>
                    </a:p>
                  </a:txBody>
                  <a:tcPr marL="91440" marR="91440" marT="45720" marB="45720">
                    <a:solidFill>
                      <a:srgbClr val="FFFFFF"/>
                    </a:solidFill>
                  </a:tcPr>
                </a:tc>
                <a:tc>
                  <a:txBody>
                    <a:bodyPr/>
                    <a:lstStyle/>
                    <a:p>
                      <a:r>
                        <a:rPr sz="1800" b="0">
                          <a:solidFill>
                            <a:srgbClr val="15383E"/>
                          </a:solidFill>
                          <a:latin typeface="Arial"/>
                          <a:ea typeface="Arial"/>
                          <a:cs typeface="Arial"/>
                        </a:rPr>
                        <a:t>Expedite: GBP 160</a:t>
                      </a:r>
                    </a:p>
                  </a:txBody>
                  <a:tcPr marL="91440" marR="91440" marT="45720" marB="45720">
                    <a:solidFill>
                      <a:srgbClr val="FFFFFF"/>
                    </a:solidFill>
                  </a:tcPr>
                </a:tc>
                <a:tc>
                  <a:txBody>
                    <a:bodyPr/>
                    <a:lstStyle/>
                    <a:p>
                      <a:r>
                        <a:rPr sz="1800" b="0">
                          <a:solidFill>
                            <a:srgbClr val="15383E"/>
                          </a:solidFill>
                          <a:latin typeface="Arial"/>
                          <a:ea typeface="Arial"/>
                          <a:cs typeface="Arial"/>
                        </a:rPr>
                        <a:t>Lower cost than GBP 260 alternative</a:t>
                      </a:r>
                    </a:p>
                  </a:txBody>
                  <a:tcPr marL="91440" marR="91440" marT="45720" marB="45720">
                    <a:solidFill>
                      <a:srgbClr val="FFFFFF"/>
                    </a:solidFill>
                  </a:tcPr>
                </a:tc>
              </a:tr>
              <a:tr h="600075">
                <a:tc>
                  <a:txBody>
                    <a:bodyPr/>
                    <a:lstStyle/>
                    <a:p>
                      <a:r>
                        <a:rPr sz="1800" b="0">
                          <a:solidFill>
                            <a:srgbClr val="15383E"/>
                          </a:solidFill>
                          <a:latin typeface="Arial"/>
                          <a:ea typeface="Arial"/>
                          <a:cs typeface="Arial"/>
                        </a:rPr>
                        <a:t>Alpha +7 days</a:t>
                      </a:r>
                    </a:p>
                  </a:txBody>
                  <a:tcPr marL="91440" marR="91440" marT="45720" marB="45720">
                    <a:solidFill>
                      <a:srgbClr val="FFFFFF"/>
                    </a:solidFill>
                  </a:tcPr>
                </a:tc>
                <a:tc>
                  <a:txBody>
                    <a:bodyPr/>
                    <a:lstStyle/>
                    <a:p>
                      <a:r>
                        <a:rPr sz="1800" b="0">
                          <a:solidFill>
                            <a:srgbClr val="15383E"/>
                          </a:solidFill>
                          <a:latin typeface="Arial"/>
                          <a:ea typeface="Arial"/>
                          <a:cs typeface="Arial"/>
                        </a:rPr>
                        <a:t>Alternative: GBP 260</a:t>
                      </a:r>
                    </a:p>
                  </a:txBody>
                  <a:tcPr marL="91440" marR="91440" marT="45720" marB="45720">
                    <a:solidFill>
                      <a:srgbClr val="FFFFFF"/>
                    </a:solidFill>
                  </a:tcPr>
                </a:tc>
                <a:tc>
                  <a:txBody>
                    <a:bodyPr/>
                    <a:lstStyle/>
                    <a:p>
                      <a:r>
                        <a:rPr sz="1800" b="0">
                          <a:solidFill>
                            <a:srgbClr val="15383E"/>
                          </a:solidFill>
                          <a:latin typeface="Arial"/>
                          <a:ea typeface="Arial"/>
                          <a:cs typeface="Arial"/>
                        </a:rPr>
                        <a:t>Expediting is no longer cheapest</a:t>
                      </a:r>
                    </a:p>
                  </a:txBody>
                  <a:tcPr marL="91440" marR="91440" marT="45720" marB="45720">
                    <a:solidFill>
                      <a:srgbClr val="FFFFFF"/>
                    </a:solidFill>
                  </a:tcPr>
                </a:tc>
              </a:tr>
              <a:tr h="600075">
                <a:tc>
                  <a:txBody>
                    <a:bodyPr/>
                    <a:lstStyle/>
                    <a:p>
                      <a:r>
                        <a:rPr sz="1800" b="0">
                          <a:solidFill>
                            <a:srgbClr val="15383E"/>
                          </a:solidFill>
                          <a:latin typeface="Arial"/>
                          <a:ea typeface="Arial"/>
                          <a:cs typeface="Arial"/>
                        </a:rPr>
                        <a:t>Budget GBP 50, zero late days</a:t>
                      </a:r>
                    </a:p>
                  </a:txBody>
                  <a:tcPr marL="91440" marR="91440" marT="45720" marB="45720">
                    <a:solidFill>
                      <a:srgbClr val="FFFFFF"/>
                    </a:solidFill>
                  </a:tcPr>
                </a:tc>
                <a:tc>
                  <a:txBody>
                    <a:bodyPr/>
                    <a:lstStyle/>
                    <a:p>
                      <a:r>
                        <a:rPr sz="1800" b="0">
                          <a:solidFill>
                            <a:srgbClr val="15383E"/>
                          </a:solidFill>
                          <a:latin typeface="Arial"/>
                          <a:ea typeface="Arial"/>
                          <a:cs typeface="Arial"/>
                        </a:rPr>
                        <a:t>No feasible recovery</a:t>
                      </a:r>
                    </a:p>
                  </a:txBody>
                  <a:tcPr marL="91440" marR="91440" marT="45720" marB="45720">
                    <a:solidFill>
                      <a:srgbClr val="FFFFFF"/>
                    </a:solidFill>
                  </a:tcPr>
                </a:tc>
                <a:tc>
                  <a:txBody>
                    <a:bodyPr/>
                    <a:lstStyle/>
                    <a:p>
                      <a:r>
                        <a:rPr sz="1800" b="0">
                          <a:solidFill>
                            <a:srgbClr val="15383E"/>
                          </a:solidFill>
                          <a:latin typeface="Arial"/>
                          <a:ea typeface="Arial"/>
                          <a:cs typeface="Arial"/>
                        </a:rPr>
                        <a:t>Escalate constraints for human review</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270F70-9D3B-4F99-9CD5-3EA531659FE4}"/>
              </a:ext>
            </a:extLst>
          </p:cNvPr>
          <p:cNvSpPr>
            <a:spLocks xmlns:a="http://schemas.openxmlformats.org/drawingml/2006/main" noGrp="1"/>
          </p:cNvSpPr>
          <p:nvPr/>
        </p:nvSpPr>
        <p:spPr>
          <a:xfrm xmlns:a="http://schemas.openxmlformats.org/drawingml/2006/main">
            <a:off x="666750" y="48101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87D71"/>
                </a:solidFill>
                <a:latin typeface="Arial"/>
                <a:ea typeface="Arial"/>
                <a:cs typeface="Arial"/>
              </a:defRPr>
            </a:defPPr>
            <a:lvl1pPr>
              <a:defRPr sz="2625" b="1">
                <a:solidFill>
                  <a:srgbClr val="087D71"/>
                </a:solidFill>
                <a:latin typeface="Arial"/>
                <a:ea typeface="Arial"/>
                <a:cs typeface="Arial"/>
              </a:defRPr>
            </a:lvl1pPr>
            <a:lvl2pPr>
              <a:defRPr sz="2625" b="1">
                <a:solidFill>
                  <a:srgbClr val="087D71"/>
                </a:solidFill>
                <a:latin typeface="Arial"/>
                <a:ea typeface="Arial"/>
                <a:cs typeface="Arial"/>
              </a:defRPr>
            </a:lvl2pPr>
            <a:lvl3pPr>
              <a:defRPr sz="2625" b="1">
                <a:solidFill>
                  <a:srgbClr val="087D71"/>
                </a:solidFill>
                <a:latin typeface="Arial"/>
                <a:ea typeface="Arial"/>
                <a:cs typeface="Arial"/>
              </a:defRPr>
            </a:lvl3pPr>
            <a:lvl4pPr>
              <a:defRPr sz="2625" b="1">
                <a:solidFill>
                  <a:srgbClr val="087D71"/>
                </a:solidFill>
                <a:latin typeface="Arial"/>
                <a:ea typeface="Arial"/>
                <a:cs typeface="Arial"/>
              </a:defRPr>
            </a:lvl4pPr>
            <a:lvl5pPr>
              <a:defRPr sz="2625" b="1">
                <a:solidFill>
                  <a:srgbClr val="087D71"/>
                </a:solidFill>
                <a:latin typeface="Arial"/>
                <a:ea typeface="Arial"/>
                <a:cs typeface="Arial"/>
              </a:defRPr>
            </a:lvl5pPr>
            <a:lvl6pPr>
              <a:defRPr sz="2625" b="1">
                <a:solidFill>
                  <a:srgbClr val="087D71"/>
                </a:solidFill>
                <a:latin typeface="Arial"/>
                <a:ea typeface="Arial"/>
                <a:cs typeface="Arial"/>
              </a:defRPr>
            </a:lvl6pPr>
            <a:lvl7pPr>
              <a:defRPr sz="2625" b="1">
                <a:solidFill>
                  <a:srgbClr val="087D71"/>
                </a:solidFill>
                <a:latin typeface="Arial"/>
                <a:ea typeface="Arial"/>
                <a:cs typeface="Arial"/>
              </a:defRPr>
            </a:lvl7pPr>
            <a:lvl8pPr>
              <a:defRPr sz="2625" b="1">
                <a:solidFill>
                  <a:srgbClr val="087D71"/>
                </a:solidFill>
                <a:latin typeface="Arial"/>
                <a:ea typeface="Arial"/>
                <a:cs typeface="Arial"/>
              </a:defRPr>
            </a:lvl8pPr>
            <a:lvl9pPr>
              <a:defRPr sz="2625" b="1">
                <a:solidFill>
                  <a:srgbClr val="087D71"/>
                </a:solidFill>
                <a:latin typeface="Arial"/>
                <a:ea typeface="Arial"/>
                <a:cs typeface="Arial"/>
              </a:defRPr>
            </a:lvl9pPr>
          </a:lstStyle>
          <a:p xmlns:a="http://schemas.openxmlformats.org/drawingml/2006/main">
            <a:pPr>
              <a:defRPr sz="2625" b="1">
                <a:solidFill>
                  <a:srgbClr val="087D71"/>
                </a:solidFill>
                <a:latin typeface="Arial"/>
                <a:ea typeface="Arial"/>
                <a:cs typeface="Arial"/>
              </a:defRPr>
            </a:pPr>
            <a:r>
              <a:rPr sz="2625" b="1">
                <a:solidFill>
                  <a:srgbClr val="087D71"/>
                </a:solidFill>
                <a:latin typeface="Arial"/>
                <a:ea typeface="Arial"/>
                <a:cs typeface="Arial"/>
              </a:rPr>
              <a:t>Why this option? Why not the others? What would change it?</a:t>
            </a:r>
          </a:p>
        </p:txBody>
      </p:sp>
    </p:spTree>
    <p:extLst>
      <p:ext uri="{BB962C8B-B14F-4D97-AF65-F5344CB8AC3E}">
        <p14:creationId xmlns:p14="http://schemas.microsoft.com/office/powerpoint/2010/main" val="2083573500"/>
      </p:ext>
    </p:extLst>
  </p:cSld>
</p:sld>
</file>

<file path=ppt/slides/slide6.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F0AF4D-C103-4DB1-815E-D5C30C2BED59}"/>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Memory stays useful when the facts change</a:t>
            </a:r>
          </a:p>
        </p:txBody>
      </p:sp>
      <p:sp>
        <p:nvSpPr>
          <p:cNvPr id="2" name="">
            <a:extLst xmlns:a="http://schemas.openxmlformats.org/drawingml/2006/main">
              <a:ext uri="{FF2B5EF4-FFF2-40B4-BE49-F238E27FC236}">
                <a16:creationId xmlns:a16="http://schemas.microsoft.com/office/drawing/2014/main" id="{9007E4D7-1453-4D4E-B183-6F94E495A904}"/>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6</a:t>
            </a:r>
          </a:p>
        </p:txBody>
      </p:sp>
      <p:sp>
        <p:nvSpPr>
          <p:cNvPr id="3" name="">
            <a:extLst xmlns:a="http://schemas.openxmlformats.org/drawingml/2006/main">
              <a:ext uri="{FF2B5EF4-FFF2-40B4-BE49-F238E27FC236}">
                <a16:creationId xmlns:a16="http://schemas.microsoft.com/office/drawing/2014/main" id="{CB49A8DD-8186-4A1E-8504-029729C25FC4}"/>
              </a:ext>
            </a:extLst>
          </p:cNvPr>
          <p:cNvSpPr>
            <a:spLocks xmlns:a="http://schemas.openxmlformats.org/drawingml/2006/main" noGrp="1"/>
          </p:cNvSpPr>
          <p:nvPr/>
        </p:nvSpPr>
        <p:spPr>
          <a:xfrm xmlns:a="http://schemas.openxmlformats.org/drawingml/2006/main">
            <a:off x="666750" y="16668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E"/>
                </a:solidFill>
                <a:latin typeface="Arial"/>
                <a:ea typeface="Arial"/>
                <a:cs typeface="Arial"/>
              </a:defRPr>
            </a:defPPr>
            <a:lvl1pPr>
              <a:defRPr sz="2175" b="0">
                <a:solidFill>
                  <a:srgbClr val="15383E"/>
                </a:solidFill>
                <a:latin typeface="Arial"/>
                <a:ea typeface="Arial"/>
                <a:cs typeface="Arial"/>
              </a:defRPr>
            </a:lvl1pPr>
            <a:lvl2pPr>
              <a:defRPr sz="2175" b="0">
                <a:solidFill>
                  <a:srgbClr val="15383E"/>
                </a:solidFill>
                <a:latin typeface="Arial"/>
                <a:ea typeface="Arial"/>
                <a:cs typeface="Arial"/>
              </a:defRPr>
            </a:lvl2pPr>
            <a:lvl3pPr>
              <a:defRPr sz="2175" b="0">
                <a:solidFill>
                  <a:srgbClr val="15383E"/>
                </a:solidFill>
                <a:latin typeface="Arial"/>
                <a:ea typeface="Arial"/>
                <a:cs typeface="Arial"/>
              </a:defRPr>
            </a:lvl3pPr>
            <a:lvl4pPr>
              <a:defRPr sz="2175" b="0">
                <a:solidFill>
                  <a:srgbClr val="15383E"/>
                </a:solidFill>
                <a:latin typeface="Arial"/>
                <a:ea typeface="Arial"/>
                <a:cs typeface="Arial"/>
              </a:defRPr>
            </a:lvl4pPr>
            <a:lvl5pPr>
              <a:defRPr sz="2175" b="0">
                <a:solidFill>
                  <a:srgbClr val="15383E"/>
                </a:solidFill>
                <a:latin typeface="Arial"/>
                <a:ea typeface="Arial"/>
                <a:cs typeface="Arial"/>
              </a:defRPr>
            </a:lvl5pPr>
            <a:lvl6pPr>
              <a:defRPr sz="2175" b="0">
                <a:solidFill>
                  <a:srgbClr val="15383E"/>
                </a:solidFill>
                <a:latin typeface="Arial"/>
                <a:ea typeface="Arial"/>
                <a:cs typeface="Arial"/>
              </a:defRPr>
            </a:lvl6pPr>
            <a:lvl7pPr>
              <a:defRPr sz="2175" b="0">
                <a:solidFill>
                  <a:srgbClr val="15383E"/>
                </a:solidFill>
                <a:latin typeface="Arial"/>
                <a:ea typeface="Arial"/>
                <a:cs typeface="Arial"/>
              </a:defRPr>
            </a:lvl7pPr>
            <a:lvl8pPr>
              <a:defRPr sz="2175" b="0">
                <a:solidFill>
                  <a:srgbClr val="15383E"/>
                </a:solidFill>
                <a:latin typeface="Arial"/>
                <a:ea typeface="Arial"/>
                <a:cs typeface="Arial"/>
              </a:defRPr>
            </a:lvl8pPr>
            <a:lvl9pPr>
              <a:defRPr sz="2175" b="0">
                <a:solidFill>
                  <a:srgbClr val="15383E"/>
                </a:solidFill>
                <a:latin typeface="Arial"/>
                <a:ea typeface="Arial"/>
                <a:cs typeface="Arial"/>
              </a:defRPr>
            </a:lvl9pPr>
          </a:lstStyle>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Recall related findings with their provenance</a:t>
            </a:r>
          </a:p>
        </p:txBody>
      </p:sp>
      <p:sp>
        <p:nvSpPr>
          <p:cNvPr id="4" name="">
            <a:extLst xmlns:a="http://schemas.openxmlformats.org/drawingml/2006/main">
              <a:ext uri="{FF2B5EF4-FFF2-40B4-BE49-F238E27FC236}">
                <a16:creationId xmlns:a16="http://schemas.microsoft.com/office/drawing/2014/main" id="{F526189E-3CAB-4A7C-B5A7-C9DDDE56FC6C}"/>
              </a:ext>
            </a:extLst>
          </p:cNvPr>
          <p:cNvSpPr>
            <a:spLocks xmlns:a="http://schemas.openxmlformats.org/drawingml/2006/main" noGrp="1"/>
          </p:cNvSpPr>
          <p:nvPr/>
        </p:nvSpPr>
        <p:spPr>
          <a:xfrm xmlns:a="http://schemas.openxmlformats.org/drawingml/2006/main">
            <a:off x="666750" y="23907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E"/>
                </a:solidFill>
                <a:latin typeface="Arial"/>
                <a:ea typeface="Arial"/>
                <a:cs typeface="Arial"/>
              </a:defRPr>
            </a:defPPr>
            <a:lvl1pPr>
              <a:defRPr sz="2175" b="0">
                <a:solidFill>
                  <a:srgbClr val="15383E"/>
                </a:solidFill>
                <a:latin typeface="Arial"/>
                <a:ea typeface="Arial"/>
                <a:cs typeface="Arial"/>
              </a:defRPr>
            </a:lvl1pPr>
            <a:lvl2pPr>
              <a:defRPr sz="2175" b="0">
                <a:solidFill>
                  <a:srgbClr val="15383E"/>
                </a:solidFill>
                <a:latin typeface="Arial"/>
                <a:ea typeface="Arial"/>
                <a:cs typeface="Arial"/>
              </a:defRPr>
            </a:lvl2pPr>
            <a:lvl3pPr>
              <a:defRPr sz="2175" b="0">
                <a:solidFill>
                  <a:srgbClr val="15383E"/>
                </a:solidFill>
                <a:latin typeface="Arial"/>
                <a:ea typeface="Arial"/>
                <a:cs typeface="Arial"/>
              </a:defRPr>
            </a:lvl3pPr>
            <a:lvl4pPr>
              <a:defRPr sz="2175" b="0">
                <a:solidFill>
                  <a:srgbClr val="15383E"/>
                </a:solidFill>
                <a:latin typeface="Arial"/>
                <a:ea typeface="Arial"/>
                <a:cs typeface="Arial"/>
              </a:defRPr>
            </a:lvl4pPr>
            <a:lvl5pPr>
              <a:defRPr sz="2175" b="0">
                <a:solidFill>
                  <a:srgbClr val="15383E"/>
                </a:solidFill>
                <a:latin typeface="Arial"/>
                <a:ea typeface="Arial"/>
                <a:cs typeface="Arial"/>
              </a:defRPr>
            </a:lvl5pPr>
            <a:lvl6pPr>
              <a:defRPr sz="2175" b="0">
                <a:solidFill>
                  <a:srgbClr val="15383E"/>
                </a:solidFill>
                <a:latin typeface="Arial"/>
                <a:ea typeface="Arial"/>
                <a:cs typeface="Arial"/>
              </a:defRPr>
            </a:lvl6pPr>
            <a:lvl7pPr>
              <a:defRPr sz="2175" b="0">
                <a:solidFill>
                  <a:srgbClr val="15383E"/>
                </a:solidFill>
                <a:latin typeface="Arial"/>
                <a:ea typeface="Arial"/>
                <a:cs typeface="Arial"/>
              </a:defRPr>
            </a:lvl7pPr>
            <a:lvl8pPr>
              <a:defRPr sz="2175" b="0">
                <a:solidFill>
                  <a:srgbClr val="15383E"/>
                </a:solidFill>
                <a:latin typeface="Arial"/>
                <a:ea typeface="Arial"/>
                <a:cs typeface="Arial"/>
              </a:defRPr>
            </a:lvl8pPr>
            <a:lvl9pPr>
              <a:defRPr sz="2175" b="0">
                <a:solidFill>
                  <a:srgbClr val="15383E"/>
                </a:solidFill>
                <a:latin typeface="Arial"/>
                <a:ea typeface="Arial"/>
                <a:cs typeface="Arial"/>
              </a:defRPr>
            </a:lvl9pPr>
          </a:lstStyle>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Recalculate current costs and challenge stale recommendations</a:t>
            </a:r>
          </a:p>
        </p:txBody>
      </p:sp>
      <p:sp>
        <p:nvSpPr>
          <p:cNvPr id="5" name="">
            <a:extLst xmlns:a="http://schemas.openxmlformats.org/drawingml/2006/main">
              <a:ext uri="{FF2B5EF4-FFF2-40B4-BE49-F238E27FC236}">
                <a16:creationId xmlns:a16="http://schemas.microsoft.com/office/drawing/2014/main" id="{D5FED75C-BCA7-48F7-BC24-F6C744F7AB3F}"/>
              </a:ext>
            </a:extLst>
          </p:cNvPr>
          <p:cNvSpPr>
            <a:spLocks xmlns:a="http://schemas.openxmlformats.org/drawingml/2006/main" noGrp="1"/>
          </p:cNvSpPr>
          <p:nvPr/>
        </p:nvSpPr>
        <p:spPr>
          <a:xfrm xmlns:a="http://schemas.openxmlformats.org/drawingml/2006/main">
            <a:off x="666750" y="31146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E"/>
                </a:solidFill>
                <a:latin typeface="Arial"/>
                <a:ea typeface="Arial"/>
                <a:cs typeface="Arial"/>
              </a:defRPr>
            </a:defPPr>
            <a:lvl1pPr>
              <a:defRPr sz="2175" b="0">
                <a:solidFill>
                  <a:srgbClr val="15383E"/>
                </a:solidFill>
                <a:latin typeface="Arial"/>
                <a:ea typeface="Arial"/>
                <a:cs typeface="Arial"/>
              </a:defRPr>
            </a:lvl1pPr>
            <a:lvl2pPr>
              <a:defRPr sz="2175" b="0">
                <a:solidFill>
                  <a:srgbClr val="15383E"/>
                </a:solidFill>
                <a:latin typeface="Arial"/>
                <a:ea typeface="Arial"/>
                <a:cs typeface="Arial"/>
              </a:defRPr>
            </a:lvl2pPr>
            <a:lvl3pPr>
              <a:defRPr sz="2175" b="0">
                <a:solidFill>
                  <a:srgbClr val="15383E"/>
                </a:solidFill>
                <a:latin typeface="Arial"/>
                <a:ea typeface="Arial"/>
                <a:cs typeface="Arial"/>
              </a:defRPr>
            </a:lvl3pPr>
            <a:lvl4pPr>
              <a:defRPr sz="2175" b="0">
                <a:solidFill>
                  <a:srgbClr val="15383E"/>
                </a:solidFill>
                <a:latin typeface="Arial"/>
                <a:ea typeface="Arial"/>
                <a:cs typeface="Arial"/>
              </a:defRPr>
            </a:lvl4pPr>
            <a:lvl5pPr>
              <a:defRPr sz="2175" b="0">
                <a:solidFill>
                  <a:srgbClr val="15383E"/>
                </a:solidFill>
                <a:latin typeface="Arial"/>
                <a:ea typeface="Arial"/>
                <a:cs typeface="Arial"/>
              </a:defRPr>
            </a:lvl5pPr>
            <a:lvl6pPr>
              <a:defRPr sz="2175" b="0">
                <a:solidFill>
                  <a:srgbClr val="15383E"/>
                </a:solidFill>
                <a:latin typeface="Arial"/>
                <a:ea typeface="Arial"/>
                <a:cs typeface="Arial"/>
              </a:defRPr>
            </a:lvl6pPr>
            <a:lvl7pPr>
              <a:defRPr sz="2175" b="0">
                <a:solidFill>
                  <a:srgbClr val="15383E"/>
                </a:solidFill>
                <a:latin typeface="Arial"/>
                <a:ea typeface="Arial"/>
                <a:cs typeface="Arial"/>
              </a:defRPr>
            </a:lvl7pPr>
            <a:lvl8pPr>
              <a:defRPr sz="2175" b="0">
                <a:solidFill>
                  <a:srgbClr val="15383E"/>
                </a:solidFill>
                <a:latin typeface="Arial"/>
                <a:ea typeface="Arial"/>
                <a:cs typeface="Arial"/>
              </a:defRPr>
            </a:lvl8pPr>
            <a:lvl9pPr>
              <a:defRPr sz="2175" b="0">
                <a:solidFill>
                  <a:srgbClr val="15383E"/>
                </a:solidFill>
                <a:latin typeface="Arial"/>
                <a:ea typeface="Arial"/>
                <a:cs typeface="Arial"/>
              </a:defRPr>
            </a:lvl9pPr>
          </a:lstStyle>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Record feedback and conflicts in the H-MEM trust ledger</a:t>
            </a:r>
          </a:p>
        </p:txBody>
      </p:sp>
      <p:sp>
        <p:nvSpPr>
          <p:cNvPr id="6" name="">
            <a:extLst xmlns:a="http://schemas.openxmlformats.org/drawingml/2006/main">
              <a:ext uri="{FF2B5EF4-FFF2-40B4-BE49-F238E27FC236}">
                <a16:creationId xmlns:a16="http://schemas.microsoft.com/office/drawing/2014/main" id="{B035AD24-C59A-4D02-8D7D-79A7933843A2}"/>
              </a:ext>
            </a:extLst>
          </p:cNvPr>
          <p:cNvSpPr>
            <a:spLocks xmlns:a="http://schemas.openxmlformats.org/drawingml/2006/main" noGrp="1"/>
          </p:cNvSpPr>
          <p:nvPr/>
        </p:nvSpPr>
        <p:spPr>
          <a:xfrm xmlns:a="http://schemas.openxmlformats.org/drawingml/2006/main">
            <a:off x="666750" y="38385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E"/>
                </a:solidFill>
                <a:latin typeface="Arial"/>
                <a:ea typeface="Arial"/>
                <a:cs typeface="Arial"/>
              </a:defRPr>
            </a:defPPr>
            <a:lvl1pPr>
              <a:defRPr sz="2175" b="0">
                <a:solidFill>
                  <a:srgbClr val="15383E"/>
                </a:solidFill>
                <a:latin typeface="Arial"/>
                <a:ea typeface="Arial"/>
                <a:cs typeface="Arial"/>
              </a:defRPr>
            </a:lvl1pPr>
            <a:lvl2pPr>
              <a:defRPr sz="2175" b="0">
                <a:solidFill>
                  <a:srgbClr val="15383E"/>
                </a:solidFill>
                <a:latin typeface="Arial"/>
                <a:ea typeface="Arial"/>
                <a:cs typeface="Arial"/>
              </a:defRPr>
            </a:lvl2pPr>
            <a:lvl3pPr>
              <a:defRPr sz="2175" b="0">
                <a:solidFill>
                  <a:srgbClr val="15383E"/>
                </a:solidFill>
                <a:latin typeface="Arial"/>
                <a:ea typeface="Arial"/>
                <a:cs typeface="Arial"/>
              </a:defRPr>
            </a:lvl3pPr>
            <a:lvl4pPr>
              <a:defRPr sz="2175" b="0">
                <a:solidFill>
                  <a:srgbClr val="15383E"/>
                </a:solidFill>
                <a:latin typeface="Arial"/>
                <a:ea typeface="Arial"/>
                <a:cs typeface="Arial"/>
              </a:defRPr>
            </a:lvl4pPr>
            <a:lvl5pPr>
              <a:defRPr sz="2175" b="0">
                <a:solidFill>
                  <a:srgbClr val="15383E"/>
                </a:solidFill>
                <a:latin typeface="Arial"/>
                <a:ea typeface="Arial"/>
                <a:cs typeface="Arial"/>
              </a:defRPr>
            </a:lvl5pPr>
            <a:lvl6pPr>
              <a:defRPr sz="2175" b="0">
                <a:solidFill>
                  <a:srgbClr val="15383E"/>
                </a:solidFill>
                <a:latin typeface="Arial"/>
                <a:ea typeface="Arial"/>
                <a:cs typeface="Arial"/>
              </a:defRPr>
            </a:lvl6pPr>
            <a:lvl7pPr>
              <a:defRPr sz="2175" b="0">
                <a:solidFill>
                  <a:srgbClr val="15383E"/>
                </a:solidFill>
                <a:latin typeface="Arial"/>
                <a:ea typeface="Arial"/>
                <a:cs typeface="Arial"/>
              </a:defRPr>
            </a:lvl7pPr>
            <a:lvl8pPr>
              <a:defRPr sz="2175" b="0">
                <a:solidFill>
                  <a:srgbClr val="15383E"/>
                </a:solidFill>
                <a:latin typeface="Arial"/>
                <a:ea typeface="Arial"/>
                <a:cs typeface="Arial"/>
              </a:defRPr>
            </a:lvl8pPr>
            <a:lvl9pPr>
              <a:defRPr sz="2175" b="0">
                <a:solidFill>
                  <a:srgbClr val="15383E"/>
                </a:solidFill>
                <a:latin typeface="Arial"/>
                <a:ea typeface="Arial"/>
                <a:cs typeface="Arial"/>
              </a:defRPr>
            </a:lvl9pPr>
          </a:lstStyle>
          <a:p xmlns:a="http://schemas.openxmlformats.org/drawingml/2006/main">
            <a:pPr>
              <a:defRPr sz="2175" b="0">
                <a:solidFill>
                  <a:srgbClr val="15383E"/>
                </a:solidFill>
                <a:latin typeface="Arial"/>
                <a:ea typeface="Arial"/>
                <a:cs typeface="Arial"/>
              </a:defRPr>
            </a:pPr>
            <a:r>
              <a:rPr sz="2175" b="0">
                <a:solidFill>
                  <a:srgbClr val="15383E"/>
                </a:solidFill>
                <a:latin typeface="Arial"/>
                <a:ea typeface="Arial"/>
                <a:cs typeface="Arial"/>
              </a:rPr>
              <a:t>Withhold a firm answer when current source reports disagree</a:t>
            </a:r>
          </a:p>
        </p:txBody>
      </p:sp>
    </p:spTree>
    <p:extLst>
      <p:ext uri="{BB962C8B-B14F-4D97-AF65-F5344CB8AC3E}">
        <p14:creationId xmlns:p14="http://schemas.microsoft.com/office/powerpoint/2010/main" val="53505150"/>
      </p:ext>
    </p:extLst>
  </p:cSld>
</p:sld>
</file>

<file path=ppt/slides/slide7.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2432F4-FBF8-4870-A8D9-A1E20EBAEA83}"/>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Measured behavior and honest failures</a:t>
            </a:r>
          </a:p>
        </p:txBody>
      </p:sp>
      <p:sp>
        <p:nvSpPr>
          <p:cNvPr id="2" name="">
            <a:extLst xmlns:a="http://schemas.openxmlformats.org/drawingml/2006/main">
              <a:ext uri="{FF2B5EF4-FFF2-40B4-BE49-F238E27FC236}">
                <a16:creationId xmlns:a16="http://schemas.microsoft.com/office/drawing/2014/main" id="{D8D769F2-126C-4A4A-A7E7-6CC093DEC0C0}"/>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7</a:t>
            </a:r>
          </a:p>
        </p:txBody>
      </p:sp>
      <p:sp>
        <p:nvSpPr>
          <p:cNvPr id="3" name="">
            <a:extLst xmlns:a="http://schemas.openxmlformats.org/drawingml/2006/main">
              <a:ext uri="{FF2B5EF4-FFF2-40B4-BE49-F238E27FC236}">
                <a16:creationId xmlns:a16="http://schemas.microsoft.com/office/drawing/2014/main" id="{F85F3745-FC98-43CD-835F-DA0758E40A9C}"/>
              </a:ext>
            </a:extLst>
          </p:cNvPr>
          <p:cNvSpPr>
            <a:spLocks xmlns:a="http://schemas.openxmlformats.org/drawingml/2006/main" noGrp="1"/>
          </p:cNvSpPr>
          <p:nvPr/>
        </p:nvSpPr>
        <p:spPr>
          <a:xfrm xmlns:a="http://schemas.openxmlformats.org/drawingml/2006/main">
            <a:off x="666750" y="15716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180 backend tests passed; 3 live tests are opt-in</a:t>
            </a:r>
          </a:p>
        </p:txBody>
      </p:sp>
      <p:sp>
        <p:nvSpPr>
          <p:cNvPr id="4" name="">
            <a:extLst xmlns:a="http://schemas.openxmlformats.org/drawingml/2006/main">
              <a:ext uri="{FF2B5EF4-FFF2-40B4-BE49-F238E27FC236}">
                <a16:creationId xmlns:a16="http://schemas.microsoft.com/office/drawing/2014/main" id="{8DBB4FAF-96AB-4659-A292-3302E17DE5D8}"/>
              </a:ext>
            </a:extLst>
          </p:cNvPr>
          <p:cNvSpPr>
            <a:spLocks xmlns:a="http://schemas.openxmlformats.org/drawingml/2006/main" noGrp="1"/>
          </p:cNvSpPr>
          <p:nvPr/>
        </p:nvSpPr>
        <p:spPr>
          <a:xfrm xmlns:a="http://schemas.openxmlformats.org/drawingml/2006/main">
            <a:off x="666750" y="22955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21 browser cases cover compatibility and the enhanced workflow</a:t>
            </a:r>
          </a:p>
        </p:txBody>
      </p:sp>
      <p:sp>
        <p:nvSpPr>
          <p:cNvPr id="5" name="">
            <a:extLst xmlns:a="http://schemas.openxmlformats.org/drawingml/2006/main">
              <a:ext uri="{FF2B5EF4-FFF2-40B4-BE49-F238E27FC236}">
                <a16:creationId xmlns:a16="http://schemas.microsoft.com/office/drawing/2014/main" id="{80A38E9F-50CD-4D92-830E-447663B54FA1}"/>
              </a:ext>
            </a:extLst>
          </p:cNvPr>
          <p:cNvSpPr>
            <a:spLocks xmlns:a="http://schemas.openxmlformats.org/drawingml/2006/main" noGrp="1"/>
          </p:cNvSpPr>
          <p:nvPr/>
        </p:nvSpPr>
        <p:spPr>
          <a:xfrm xmlns:a="http://schemas.openxmlformats.org/drawingml/2006/main">
            <a:off x="666750" y="3019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Selected model: Qwen2.5-Coder 3B Q4_K_M</a:t>
            </a:r>
          </a:p>
        </p:txBody>
      </p:sp>
      <p:sp>
        <p:nvSpPr>
          <p:cNvPr id="6" name="">
            <a:extLst xmlns:a="http://schemas.openxmlformats.org/drawingml/2006/main">
              <a:ext uri="{FF2B5EF4-FFF2-40B4-BE49-F238E27FC236}">
                <a16:creationId xmlns:a16="http://schemas.microsoft.com/office/drawing/2014/main" id="{D7A09161-9AC6-4974-8CCA-5A2E3907E41D}"/>
              </a:ext>
            </a:extLst>
          </p:cNvPr>
          <p:cNvSpPr>
            <a:spLocks xmlns:a="http://schemas.openxmlformats.org/drawingml/2006/main" noGrp="1"/>
          </p:cNvSpPr>
          <p:nvPr/>
        </p:nvSpPr>
        <p:spPr>
          <a:xfrm xmlns:a="http://schemas.openxmlformats.org/drawingml/2006/main">
            <a:off x="666750" y="37433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Selection evidence: 9/9 expected outcomes, 5.913s median; 7B: 8/9, 11.773s</a:t>
            </a:r>
          </a:p>
        </p:txBody>
      </p:sp>
      <p:sp>
        <p:nvSpPr>
          <p:cNvPr id="7" name="">
            <a:extLst xmlns:a="http://schemas.openxmlformats.org/drawingml/2006/main">
              <a:ext uri="{FF2B5EF4-FFF2-40B4-BE49-F238E27FC236}">
                <a16:creationId xmlns:a16="http://schemas.microsoft.com/office/drawing/2014/main" id="{23108EE2-6876-4065-B652-4E102BE19B05}"/>
              </a:ext>
            </a:extLst>
          </p:cNvPr>
          <p:cNvSpPr>
            <a:spLocks xmlns:a="http://schemas.openxmlformats.org/drawingml/2006/main" noGrp="1"/>
          </p:cNvSpPr>
          <p:nvPr/>
        </p:nvSpPr>
        <p:spPr>
          <a:xfrm xmlns:a="http://schemas.openxmlformats.org/drawingml/2006/main">
            <a:off x="666750" y="4953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087D71"/>
                </a:solidFill>
                <a:latin typeface="Arial"/>
                <a:ea typeface="Arial"/>
                <a:cs typeface="Arial"/>
              </a:defRPr>
            </a:defPPr>
            <a:lvl1pPr>
              <a:defRPr sz="2475" b="1">
                <a:solidFill>
                  <a:srgbClr val="087D71"/>
                </a:solidFill>
                <a:latin typeface="Arial"/>
                <a:ea typeface="Arial"/>
                <a:cs typeface="Arial"/>
              </a:defRPr>
            </a:lvl1pPr>
            <a:lvl2pPr>
              <a:defRPr sz="2475" b="1">
                <a:solidFill>
                  <a:srgbClr val="087D71"/>
                </a:solidFill>
                <a:latin typeface="Arial"/>
                <a:ea typeface="Arial"/>
                <a:cs typeface="Arial"/>
              </a:defRPr>
            </a:lvl2pPr>
            <a:lvl3pPr>
              <a:defRPr sz="2475" b="1">
                <a:solidFill>
                  <a:srgbClr val="087D71"/>
                </a:solidFill>
                <a:latin typeface="Arial"/>
                <a:ea typeface="Arial"/>
                <a:cs typeface="Arial"/>
              </a:defRPr>
            </a:lvl3pPr>
            <a:lvl4pPr>
              <a:defRPr sz="2475" b="1">
                <a:solidFill>
                  <a:srgbClr val="087D71"/>
                </a:solidFill>
                <a:latin typeface="Arial"/>
                <a:ea typeface="Arial"/>
                <a:cs typeface="Arial"/>
              </a:defRPr>
            </a:lvl4pPr>
            <a:lvl5pPr>
              <a:defRPr sz="2475" b="1">
                <a:solidFill>
                  <a:srgbClr val="087D71"/>
                </a:solidFill>
                <a:latin typeface="Arial"/>
                <a:ea typeface="Arial"/>
                <a:cs typeface="Arial"/>
              </a:defRPr>
            </a:lvl5pPr>
            <a:lvl6pPr>
              <a:defRPr sz="2475" b="1">
                <a:solidFill>
                  <a:srgbClr val="087D71"/>
                </a:solidFill>
                <a:latin typeface="Arial"/>
                <a:ea typeface="Arial"/>
                <a:cs typeface="Arial"/>
              </a:defRPr>
            </a:lvl6pPr>
            <a:lvl7pPr>
              <a:defRPr sz="2475" b="1">
                <a:solidFill>
                  <a:srgbClr val="087D71"/>
                </a:solidFill>
                <a:latin typeface="Arial"/>
                <a:ea typeface="Arial"/>
                <a:cs typeface="Arial"/>
              </a:defRPr>
            </a:lvl7pPr>
            <a:lvl8pPr>
              <a:defRPr sz="2475" b="1">
                <a:solidFill>
                  <a:srgbClr val="087D71"/>
                </a:solidFill>
                <a:latin typeface="Arial"/>
                <a:ea typeface="Arial"/>
                <a:cs typeface="Arial"/>
              </a:defRPr>
            </a:lvl8pPr>
            <a:lvl9pPr>
              <a:defRPr sz="2475" b="1">
                <a:solidFill>
                  <a:srgbClr val="087D71"/>
                </a:solidFill>
                <a:latin typeface="Arial"/>
                <a:ea typeface="Arial"/>
                <a:cs typeface="Arial"/>
              </a:defRPr>
            </a:lvl9pPr>
          </a:lstStyle>
          <a:p xmlns:a="http://schemas.openxmlformats.org/drawingml/2006/main">
            <a:pPr>
              <a:defRPr sz="2475" b="1">
                <a:solidFill>
                  <a:srgbClr val="087D71"/>
                </a:solidFill>
                <a:latin typeface="Arial"/>
                <a:ea typeface="Arial"/>
                <a:cs typeface="Arial"/>
              </a:defRPr>
            </a:pPr>
            <a:r>
              <a:rPr sz="2475" b="1">
                <a:solidFill>
                  <a:srgbClr val="087D71"/>
                </a:solidFill>
                <a:latin typeface="Arial"/>
                <a:ea typeface="Arial"/>
                <a:cs typeface="Arial"/>
              </a:rPr>
              <a:t>Live source queries and model receipts are retained for review</a:t>
            </a:r>
          </a:p>
        </p:txBody>
      </p:sp>
    </p:spTree>
    <p:extLst>
      <p:ext uri="{BB962C8B-B14F-4D97-AF65-F5344CB8AC3E}">
        <p14:creationId xmlns:p14="http://schemas.microsoft.com/office/powerpoint/2010/main" val="315747291"/>
      </p:ext>
    </p:extLst>
  </p:cSld>
</p:sld>
</file>

<file path=ppt/slides/slide8.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99D6F9-EF5E-4032-9478-BDF308DD3630}"/>
              </a:ext>
            </a:extLst>
          </p:cNvPr>
          <p:cNvSpPr>
            <a:spLocks xmlns:a="http://schemas.openxmlformats.org/drawingml/2006/main" noGrp="1"/>
          </p:cNvSpPr>
          <p:nvPr/>
        </p:nvSpPr>
        <p:spPr>
          <a:xfrm xmlns:a="http://schemas.openxmlformats.org/drawingml/2006/main">
            <a:off x="666750" y="4953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5383E"/>
                </a:solidFill>
                <a:latin typeface="Arial"/>
                <a:ea typeface="Arial"/>
                <a:cs typeface="Arial"/>
              </a:defRPr>
            </a:defPPr>
            <a:lvl1pPr>
              <a:defRPr sz="3300" b="1">
                <a:solidFill>
                  <a:srgbClr val="15383E"/>
                </a:solidFill>
                <a:latin typeface="Arial"/>
                <a:ea typeface="Arial"/>
                <a:cs typeface="Arial"/>
              </a:defRPr>
            </a:lvl1pPr>
            <a:lvl2pPr>
              <a:defRPr sz="3300" b="1">
                <a:solidFill>
                  <a:srgbClr val="15383E"/>
                </a:solidFill>
                <a:latin typeface="Arial"/>
                <a:ea typeface="Arial"/>
                <a:cs typeface="Arial"/>
              </a:defRPr>
            </a:lvl2pPr>
            <a:lvl3pPr>
              <a:defRPr sz="3300" b="1">
                <a:solidFill>
                  <a:srgbClr val="15383E"/>
                </a:solidFill>
                <a:latin typeface="Arial"/>
                <a:ea typeface="Arial"/>
                <a:cs typeface="Arial"/>
              </a:defRPr>
            </a:lvl3pPr>
            <a:lvl4pPr>
              <a:defRPr sz="3300" b="1">
                <a:solidFill>
                  <a:srgbClr val="15383E"/>
                </a:solidFill>
                <a:latin typeface="Arial"/>
                <a:ea typeface="Arial"/>
                <a:cs typeface="Arial"/>
              </a:defRPr>
            </a:lvl4pPr>
            <a:lvl5pPr>
              <a:defRPr sz="3300" b="1">
                <a:solidFill>
                  <a:srgbClr val="15383E"/>
                </a:solidFill>
                <a:latin typeface="Arial"/>
                <a:ea typeface="Arial"/>
                <a:cs typeface="Arial"/>
              </a:defRPr>
            </a:lvl5pPr>
            <a:lvl6pPr>
              <a:defRPr sz="3300" b="1">
                <a:solidFill>
                  <a:srgbClr val="15383E"/>
                </a:solidFill>
                <a:latin typeface="Arial"/>
                <a:ea typeface="Arial"/>
                <a:cs typeface="Arial"/>
              </a:defRPr>
            </a:lvl6pPr>
            <a:lvl7pPr>
              <a:defRPr sz="3300" b="1">
                <a:solidFill>
                  <a:srgbClr val="15383E"/>
                </a:solidFill>
                <a:latin typeface="Arial"/>
                <a:ea typeface="Arial"/>
                <a:cs typeface="Arial"/>
              </a:defRPr>
            </a:lvl7pPr>
            <a:lvl8pPr>
              <a:defRPr sz="3300" b="1">
                <a:solidFill>
                  <a:srgbClr val="15383E"/>
                </a:solidFill>
                <a:latin typeface="Arial"/>
                <a:ea typeface="Arial"/>
                <a:cs typeface="Arial"/>
              </a:defRPr>
            </a:lvl8pPr>
            <a:lvl9pPr>
              <a:defRPr sz="3300" b="1">
                <a:solidFill>
                  <a:srgbClr val="15383E"/>
                </a:solidFill>
                <a:latin typeface="Arial"/>
                <a:ea typeface="Arial"/>
                <a:cs typeface="Arial"/>
              </a:defRPr>
            </a:lvl9pPr>
          </a:lstStyle>
          <a:p xmlns:a="http://schemas.openxmlformats.org/drawingml/2006/main">
            <a:pPr>
              <a:defRPr sz="3300" b="1">
                <a:solidFill>
                  <a:srgbClr val="15383E"/>
                </a:solidFill>
                <a:latin typeface="Arial"/>
                <a:ea typeface="Arial"/>
                <a:cs typeface="Arial"/>
              </a:defRPr>
            </a:pPr>
            <a:r>
              <a:rPr sz="3300" b="1">
                <a:solidFill>
                  <a:srgbClr val="15383E"/>
                </a:solidFill>
                <a:latin typeface="Arial"/>
                <a:ea typeface="Arial"/>
                <a:cs typeface="Arial"/>
              </a:rPr>
              <a:t>A reviewable prototype with clear boundaries</a:t>
            </a:r>
          </a:p>
        </p:txBody>
      </p:sp>
      <p:sp>
        <p:nvSpPr>
          <p:cNvPr id="2" name="">
            <a:extLst xmlns:a="http://schemas.openxmlformats.org/drawingml/2006/main">
              <a:ext uri="{FF2B5EF4-FFF2-40B4-BE49-F238E27FC236}">
                <a16:creationId xmlns:a16="http://schemas.microsoft.com/office/drawing/2014/main" id="{BFCBA9BD-0CF1-4F8E-93FE-29847C41D416}"/>
              </a:ext>
            </a:extLst>
          </p:cNvPr>
          <p:cNvSpPr>
            <a:spLocks xmlns:a="http://schemas.openxmlformats.org/drawingml/2006/main" noGrp="1"/>
          </p:cNvSpPr>
          <p:nvPr/>
        </p:nvSpPr>
        <p:spPr>
          <a:xfrm xmlns:a="http://schemas.openxmlformats.org/drawingml/2006/main">
            <a:off x="666750" y="636270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6B6C"/>
                </a:solidFill>
                <a:latin typeface="Arial"/>
                <a:ea typeface="Arial"/>
                <a:cs typeface="Arial"/>
              </a:defRPr>
            </a:defPPr>
            <a:lvl1pPr>
              <a:defRPr sz="1350" b="0">
                <a:solidFill>
                  <a:srgbClr val="536B6C"/>
                </a:solidFill>
                <a:latin typeface="Arial"/>
                <a:ea typeface="Arial"/>
                <a:cs typeface="Arial"/>
              </a:defRPr>
            </a:lvl1pPr>
            <a:lvl2pPr>
              <a:defRPr sz="1350" b="0">
                <a:solidFill>
                  <a:srgbClr val="536B6C"/>
                </a:solidFill>
                <a:latin typeface="Arial"/>
                <a:ea typeface="Arial"/>
                <a:cs typeface="Arial"/>
              </a:defRPr>
            </a:lvl2pPr>
            <a:lvl3pPr>
              <a:defRPr sz="1350" b="0">
                <a:solidFill>
                  <a:srgbClr val="536B6C"/>
                </a:solidFill>
                <a:latin typeface="Arial"/>
                <a:ea typeface="Arial"/>
                <a:cs typeface="Arial"/>
              </a:defRPr>
            </a:lvl3pPr>
            <a:lvl4pPr>
              <a:defRPr sz="1350" b="0">
                <a:solidFill>
                  <a:srgbClr val="536B6C"/>
                </a:solidFill>
                <a:latin typeface="Arial"/>
                <a:ea typeface="Arial"/>
                <a:cs typeface="Arial"/>
              </a:defRPr>
            </a:lvl4pPr>
            <a:lvl5pPr>
              <a:defRPr sz="1350" b="0">
                <a:solidFill>
                  <a:srgbClr val="536B6C"/>
                </a:solidFill>
                <a:latin typeface="Arial"/>
                <a:ea typeface="Arial"/>
                <a:cs typeface="Arial"/>
              </a:defRPr>
            </a:lvl5pPr>
            <a:lvl6pPr>
              <a:defRPr sz="1350" b="0">
                <a:solidFill>
                  <a:srgbClr val="536B6C"/>
                </a:solidFill>
                <a:latin typeface="Arial"/>
                <a:ea typeface="Arial"/>
                <a:cs typeface="Arial"/>
              </a:defRPr>
            </a:lvl6pPr>
            <a:lvl7pPr>
              <a:defRPr sz="1350" b="0">
                <a:solidFill>
                  <a:srgbClr val="536B6C"/>
                </a:solidFill>
                <a:latin typeface="Arial"/>
                <a:ea typeface="Arial"/>
                <a:cs typeface="Arial"/>
              </a:defRPr>
            </a:lvl7pPr>
            <a:lvl8pPr>
              <a:defRPr sz="1350" b="0">
                <a:solidFill>
                  <a:srgbClr val="536B6C"/>
                </a:solidFill>
                <a:latin typeface="Arial"/>
                <a:ea typeface="Arial"/>
                <a:cs typeface="Arial"/>
              </a:defRPr>
            </a:lvl8pPr>
            <a:lvl9pPr>
              <a:defRPr sz="1350" b="0">
                <a:solidFill>
                  <a:srgbClr val="536B6C"/>
                </a:solidFill>
                <a:latin typeface="Arial"/>
                <a:ea typeface="Arial"/>
                <a:cs typeface="Arial"/>
              </a:defRPr>
            </a:lvl9pPr>
          </a:lstStyle>
          <a:p xmlns:a="http://schemas.openxmlformats.org/drawingml/2006/main">
            <a:pPr>
              <a:defRPr sz="1350" b="0">
                <a:solidFill>
                  <a:srgbClr val="536B6C"/>
                </a:solidFill>
                <a:latin typeface="Arial"/>
                <a:ea typeface="Arial"/>
                <a:cs typeface="Arial"/>
              </a:defRPr>
            </a:pPr>
            <a:r>
              <a:rPr sz="1350" b="0">
                <a:solidFill>
                  <a:srgbClr val="536B6C"/>
                </a:solidFill>
                <a:latin typeface="Arial"/>
                <a:ea typeface="Arial"/>
                <a:cs typeface="Arial"/>
              </a:rPr>
              <a:t>Sentry AI   /   Track 2   /   8</a:t>
            </a:r>
          </a:p>
        </p:txBody>
      </p:sp>
      <p:sp>
        <p:nvSpPr>
          <p:cNvPr id="3" name="">
            <a:extLst xmlns:a="http://schemas.openxmlformats.org/drawingml/2006/main">
              <a:ext uri="{FF2B5EF4-FFF2-40B4-BE49-F238E27FC236}">
                <a16:creationId xmlns:a16="http://schemas.microsoft.com/office/drawing/2014/main" id="{50EB1666-13FE-4AB6-941F-AAB23AF828AD}"/>
              </a:ext>
            </a:extLst>
          </p:cNvPr>
          <p:cNvSpPr>
            <a:spLocks xmlns:a="http://schemas.openxmlformats.org/drawingml/2006/main" noGrp="1"/>
          </p:cNvSpPr>
          <p:nvPr/>
        </p:nvSpPr>
        <p:spPr>
          <a:xfrm xmlns:a="http://schemas.openxmlformats.org/drawingml/2006/main">
            <a:off x="666750" y="15716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Local Qwen inference accelerated by NVIDIA CUDA on RTX 4080</a:t>
            </a:r>
          </a:p>
        </p:txBody>
      </p:sp>
      <p:sp>
        <p:nvSpPr>
          <p:cNvPr id="4" name="">
            <a:extLst xmlns:a="http://schemas.openxmlformats.org/drawingml/2006/main">
              <a:ext uri="{FF2B5EF4-FFF2-40B4-BE49-F238E27FC236}">
                <a16:creationId xmlns:a16="http://schemas.microsoft.com/office/drawing/2014/main" id="{95DBDF10-EFFE-4BC4-9D6A-DC678648DF9E}"/>
              </a:ext>
            </a:extLst>
          </p:cNvPr>
          <p:cNvSpPr>
            <a:spLocks xmlns:a="http://schemas.openxmlformats.org/drawingml/2006/main" noGrp="1"/>
          </p:cNvSpPr>
          <p:nvPr/>
        </p:nvSpPr>
        <p:spPr>
          <a:xfrm xmlns:a="http://schemas.openxmlformats.org/drawingml/2006/main">
            <a:off x="666750" y="22955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Synthetic records, exact GBP costs and three fixed recovery policies</a:t>
            </a:r>
          </a:p>
        </p:txBody>
      </p:sp>
      <p:sp>
        <p:nvSpPr>
          <p:cNvPr id="5" name="">
            <a:extLst xmlns:a="http://schemas.openxmlformats.org/drawingml/2006/main">
              <a:ext uri="{FF2B5EF4-FFF2-40B4-BE49-F238E27FC236}">
                <a16:creationId xmlns:a16="http://schemas.microsoft.com/office/drawing/2014/main" id="{4432D668-E142-4FD7-B94A-2C6EFA4DAB2E}"/>
              </a:ext>
            </a:extLst>
          </p:cNvPr>
          <p:cNvSpPr>
            <a:spLocks xmlns:a="http://schemas.openxmlformats.org/drawingml/2006/main" noGrp="1"/>
          </p:cNvSpPr>
          <p:nvPr/>
        </p:nvSpPr>
        <p:spPr>
          <a:xfrm xmlns:a="http://schemas.openxmlformats.org/drawingml/2006/main">
            <a:off x="666750" y="30194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Human review and portable JSON/Markdown decision packets</a:t>
            </a:r>
          </a:p>
        </p:txBody>
      </p:sp>
      <p:sp>
        <p:nvSpPr>
          <p:cNvPr id="6" name="">
            <a:extLst xmlns:a="http://schemas.openxmlformats.org/drawingml/2006/main">
              <a:ext uri="{FF2B5EF4-FFF2-40B4-BE49-F238E27FC236}">
                <a16:creationId xmlns:a16="http://schemas.microsoft.com/office/drawing/2014/main" id="{10547E4E-507D-4092-9803-CC7B081DA111}"/>
              </a:ext>
            </a:extLst>
          </p:cNvPr>
          <p:cNvSpPr>
            <a:spLocks xmlns:a="http://schemas.openxmlformats.org/drawingml/2006/main" noGrp="1"/>
          </p:cNvSpPr>
          <p:nvPr/>
        </p:nvSpPr>
        <p:spPr>
          <a:xfrm xmlns:a="http://schemas.openxmlformats.org/drawingml/2006/main">
            <a:off x="666750" y="37433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E"/>
                </a:solidFill>
                <a:latin typeface="Arial"/>
                <a:ea typeface="Arial"/>
                <a:cs typeface="Arial"/>
              </a:defRPr>
            </a:defPPr>
            <a:lvl1pPr>
              <a:defRPr sz="2025" b="0">
                <a:solidFill>
                  <a:srgbClr val="15383E"/>
                </a:solidFill>
                <a:latin typeface="Arial"/>
                <a:ea typeface="Arial"/>
                <a:cs typeface="Arial"/>
              </a:defRPr>
            </a:lvl1pPr>
            <a:lvl2pPr>
              <a:defRPr sz="2025" b="0">
                <a:solidFill>
                  <a:srgbClr val="15383E"/>
                </a:solidFill>
                <a:latin typeface="Arial"/>
                <a:ea typeface="Arial"/>
                <a:cs typeface="Arial"/>
              </a:defRPr>
            </a:lvl2pPr>
            <a:lvl3pPr>
              <a:defRPr sz="2025" b="0">
                <a:solidFill>
                  <a:srgbClr val="15383E"/>
                </a:solidFill>
                <a:latin typeface="Arial"/>
                <a:ea typeface="Arial"/>
                <a:cs typeface="Arial"/>
              </a:defRPr>
            </a:lvl3pPr>
            <a:lvl4pPr>
              <a:defRPr sz="2025" b="0">
                <a:solidFill>
                  <a:srgbClr val="15383E"/>
                </a:solidFill>
                <a:latin typeface="Arial"/>
                <a:ea typeface="Arial"/>
                <a:cs typeface="Arial"/>
              </a:defRPr>
            </a:lvl4pPr>
            <a:lvl5pPr>
              <a:defRPr sz="2025" b="0">
                <a:solidFill>
                  <a:srgbClr val="15383E"/>
                </a:solidFill>
                <a:latin typeface="Arial"/>
                <a:ea typeface="Arial"/>
                <a:cs typeface="Arial"/>
              </a:defRPr>
            </a:lvl5pPr>
            <a:lvl6pPr>
              <a:defRPr sz="2025" b="0">
                <a:solidFill>
                  <a:srgbClr val="15383E"/>
                </a:solidFill>
                <a:latin typeface="Arial"/>
                <a:ea typeface="Arial"/>
                <a:cs typeface="Arial"/>
              </a:defRPr>
            </a:lvl6pPr>
            <a:lvl7pPr>
              <a:defRPr sz="2025" b="0">
                <a:solidFill>
                  <a:srgbClr val="15383E"/>
                </a:solidFill>
                <a:latin typeface="Arial"/>
                <a:ea typeface="Arial"/>
                <a:cs typeface="Arial"/>
              </a:defRPr>
            </a:lvl7pPr>
            <a:lvl8pPr>
              <a:defRPr sz="2025" b="0">
                <a:solidFill>
                  <a:srgbClr val="15383E"/>
                </a:solidFill>
                <a:latin typeface="Arial"/>
                <a:ea typeface="Arial"/>
                <a:cs typeface="Arial"/>
              </a:defRPr>
            </a:lvl8pPr>
            <a:lvl9pPr>
              <a:defRPr sz="2025" b="0">
                <a:solidFill>
                  <a:srgbClr val="15383E"/>
                </a:solidFill>
                <a:latin typeface="Arial"/>
                <a:ea typeface="Arial"/>
                <a:cs typeface="Arial"/>
              </a:defRPr>
            </a:lvl9pPr>
          </a:lstStyle>
          <a:p xmlns:a="http://schemas.openxmlformats.org/drawingml/2006/main">
            <a:pPr>
              <a:defRPr sz="2025" b="0">
                <a:solidFill>
                  <a:srgbClr val="15383E"/>
                </a:solidFill>
                <a:latin typeface="Arial"/>
                <a:ea typeface="Arial"/>
                <a:cs typeface="Arial"/>
              </a:defRPr>
            </a:pPr>
            <a:r>
              <a:rPr sz="2025" b="0">
                <a:solidFill>
                  <a:srgbClr val="15383E"/>
                </a:solidFill>
                <a:latin typeface="Arial"/>
                <a:ea typeface="Arial"/>
                <a:cs typeface="Arial"/>
              </a:rPr>
              <a:t>No automatic purchases, production deployment or customer savings claim</a:t>
            </a:r>
          </a:p>
        </p:txBody>
      </p:sp>
      <p:sp>
        <p:nvSpPr>
          <p:cNvPr id="7" name="">
            <a:extLst xmlns:a="http://schemas.openxmlformats.org/drawingml/2006/main">
              <a:ext uri="{FF2B5EF4-FFF2-40B4-BE49-F238E27FC236}">
                <a16:creationId xmlns:a16="http://schemas.microsoft.com/office/drawing/2014/main" id="{28C91831-B87C-45A6-A184-CF02B2C3E516}"/>
              </a:ext>
            </a:extLst>
          </p:cNvPr>
          <p:cNvSpPr>
            <a:spLocks xmlns:a="http://schemas.openxmlformats.org/drawingml/2006/main" noGrp="1"/>
          </p:cNvSpPr>
          <p:nvPr/>
        </p:nvSpPr>
        <p:spPr>
          <a:xfrm xmlns:a="http://schemas.openxmlformats.org/drawingml/2006/main">
            <a:off x="666750" y="49720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D71"/>
                </a:solidFill>
                <a:latin typeface="Arial"/>
                <a:ea typeface="Arial"/>
                <a:cs typeface="Arial"/>
              </a:defRPr>
            </a:defPPr>
            <a:lvl1pPr>
              <a:defRPr sz="2250" b="1">
                <a:solidFill>
                  <a:srgbClr val="087D71"/>
                </a:solidFill>
                <a:latin typeface="Arial"/>
                <a:ea typeface="Arial"/>
                <a:cs typeface="Arial"/>
              </a:defRPr>
            </a:lvl1pPr>
            <a:lvl2pPr>
              <a:defRPr sz="2250" b="1">
                <a:solidFill>
                  <a:srgbClr val="087D71"/>
                </a:solidFill>
                <a:latin typeface="Arial"/>
                <a:ea typeface="Arial"/>
                <a:cs typeface="Arial"/>
              </a:defRPr>
            </a:lvl2pPr>
            <a:lvl3pPr>
              <a:defRPr sz="2250" b="1">
                <a:solidFill>
                  <a:srgbClr val="087D71"/>
                </a:solidFill>
                <a:latin typeface="Arial"/>
                <a:ea typeface="Arial"/>
                <a:cs typeface="Arial"/>
              </a:defRPr>
            </a:lvl3pPr>
            <a:lvl4pPr>
              <a:defRPr sz="2250" b="1">
                <a:solidFill>
                  <a:srgbClr val="087D71"/>
                </a:solidFill>
                <a:latin typeface="Arial"/>
                <a:ea typeface="Arial"/>
                <a:cs typeface="Arial"/>
              </a:defRPr>
            </a:lvl4pPr>
            <a:lvl5pPr>
              <a:defRPr sz="2250" b="1">
                <a:solidFill>
                  <a:srgbClr val="087D71"/>
                </a:solidFill>
                <a:latin typeface="Arial"/>
                <a:ea typeface="Arial"/>
                <a:cs typeface="Arial"/>
              </a:defRPr>
            </a:lvl5pPr>
            <a:lvl6pPr>
              <a:defRPr sz="2250" b="1">
                <a:solidFill>
                  <a:srgbClr val="087D71"/>
                </a:solidFill>
                <a:latin typeface="Arial"/>
                <a:ea typeface="Arial"/>
                <a:cs typeface="Arial"/>
              </a:defRPr>
            </a:lvl6pPr>
            <a:lvl7pPr>
              <a:defRPr sz="2250" b="1">
                <a:solidFill>
                  <a:srgbClr val="087D71"/>
                </a:solidFill>
                <a:latin typeface="Arial"/>
                <a:ea typeface="Arial"/>
                <a:cs typeface="Arial"/>
              </a:defRPr>
            </a:lvl7pPr>
            <a:lvl8pPr>
              <a:defRPr sz="2250" b="1">
                <a:solidFill>
                  <a:srgbClr val="087D71"/>
                </a:solidFill>
                <a:latin typeface="Arial"/>
                <a:ea typeface="Arial"/>
                <a:cs typeface="Arial"/>
              </a:defRPr>
            </a:lvl8pPr>
            <a:lvl9pPr>
              <a:defRPr sz="2250" b="1">
                <a:solidFill>
                  <a:srgbClr val="087D71"/>
                </a:solidFill>
                <a:latin typeface="Arial"/>
                <a:ea typeface="Arial"/>
                <a:cs typeface="Arial"/>
              </a:defRPr>
            </a:lvl9pPr>
          </a:lstStyle>
          <a:p xmlns:a="http://schemas.openxmlformats.org/drawingml/2006/main">
            <a:pPr>
              <a:defRPr sz="2250" b="1">
                <a:solidFill>
                  <a:srgbClr val="087D71"/>
                </a:solidFill>
                <a:latin typeface="Arial"/>
                <a:ea typeface="Arial"/>
                <a:cs typeface="Arial"/>
              </a:defRPr>
            </a:pPr>
            <a:r>
              <a:rPr sz="2250" b="1">
                <a:solidFill>
                  <a:srgbClr val="087D71"/>
                </a:solidFill>
                <a:latin typeface="Arial"/>
                <a:ea typeface="Arial"/>
                <a:cs typeface="Arial"/>
              </a:rPr>
              <a:t>Built with Zetaris, Nightshift, H-MEM, Codex and VS Code</a:t>
            </a:r>
          </a:p>
        </p:txBody>
      </p:sp>
      <p:sp>
        <p:nvSpPr>
          <p:cNvPr id="8" name="">
            <a:extLst xmlns:a="http://schemas.openxmlformats.org/drawingml/2006/main">
              <a:ext uri="{FF2B5EF4-FFF2-40B4-BE49-F238E27FC236}">
                <a16:creationId xmlns:a16="http://schemas.microsoft.com/office/drawing/2014/main" id="{F110CEC0-E209-4D27-94FB-F264F86596E0}"/>
              </a:ext>
            </a:extLst>
          </p:cNvPr>
          <p:cNvSpPr>
            <a:spLocks xmlns:a="http://schemas.openxmlformats.org/drawingml/2006/main" noGrp="1"/>
          </p:cNvSpPr>
          <p:nvPr/>
        </p:nvSpPr>
        <p:spPr>
          <a:xfrm xmlns:a="http://schemas.openxmlformats.org/drawingml/2006/main">
            <a:off x="666750" y="56578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B6C"/>
                </a:solidFill>
                <a:latin typeface="Arial"/>
                <a:ea typeface="Arial"/>
                <a:cs typeface="Arial"/>
              </a:defRPr>
            </a:defPPr>
            <a:lvl1pPr>
              <a:defRPr sz="1725" b="0">
                <a:solidFill>
                  <a:srgbClr val="536B6C"/>
                </a:solidFill>
                <a:latin typeface="Arial"/>
                <a:ea typeface="Arial"/>
                <a:cs typeface="Arial"/>
              </a:defRPr>
            </a:lvl1pPr>
            <a:lvl2pPr>
              <a:defRPr sz="1725" b="0">
                <a:solidFill>
                  <a:srgbClr val="536B6C"/>
                </a:solidFill>
                <a:latin typeface="Arial"/>
                <a:ea typeface="Arial"/>
                <a:cs typeface="Arial"/>
              </a:defRPr>
            </a:lvl2pPr>
            <a:lvl3pPr>
              <a:defRPr sz="1725" b="0">
                <a:solidFill>
                  <a:srgbClr val="536B6C"/>
                </a:solidFill>
                <a:latin typeface="Arial"/>
                <a:ea typeface="Arial"/>
                <a:cs typeface="Arial"/>
              </a:defRPr>
            </a:lvl3pPr>
            <a:lvl4pPr>
              <a:defRPr sz="1725" b="0">
                <a:solidFill>
                  <a:srgbClr val="536B6C"/>
                </a:solidFill>
                <a:latin typeface="Arial"/>
                <a:ea typeface="Arial"/>
                <a:cs typeface="Arial"/>
              </a:defRPr>
            </a:lvl4pPr>
            <a:lvl5pPr>
              <a:defRPr sz="1725" b="0">
                <a:solidFill>
                  <a:srgbClr val="536B6C"/>
                </a:solidFill>
                <a:latin typeface="Arial"/>
                <a:ea typeface="Arial"/>
                <a:cs typeface="Arial"/>
              </a:defRPr>
            </a:lvl5pPr>
            <a:lvl6pPr>
              <a:defRPr sz="1725" b="0">
                <a:solidFill>
                  <a:srgbClr val="536B6C"/>
                </a:solidFill>
                <a:latin typeface="Arial"/>
                <a:ea typeface="Arial"/>
                <a:cs typeface="Arial"/>
              </a:defRPr>
            </a:lvl6pPr>
            <a:lvl7pPr>
              <a:defRPr sz="1725" b="0">
                <a:solidFill>
                  <a:srgbClr val="536B6C"/>
                </a:solidFill>
                <a:latin typeface="Arial"/>
                <a:ea typeface="Arial"/>
                <a:cs typeface="Arial"/>
              </a:defRPr>
            </a:lvl7pPr>
            <a:lvl8pPr>
              <a:defRPr sz="1725" b="0">
                <a:solidFill>
                  <a:srgbClr val="536B6C"/>
                </a:solidFill>
                <a:latin typeface="Arial"/>
                <a:ea typeface="Arial"/>
                <a:cs typeface="Arial"/>
              </a:defRPr>
            </a:lvl8pPr>
            <a:lvl9pPr>
              <a:defRPr sz="1725" b="0">
                <a:solidFill>
                  <a:srgbClr val="536B6C"/>
                </a:solidFill>
                <a:latin typeface="Arial"/>
                <a:ea typeface="Arial"/>
                <a:cs typeface="Arial"/>
              </a:defRPr>
            </a:lvl9pPr>
          </a:lstStyle>
          <a:p xmlns:a="http://schemas.openxmlformats.org/drawingml/2006/main">
            <a:pPr>
              <a:defRPr sz="1725" b="0">
                <a:solidFill>
                  <a:srgbClr val="536B6C"/>
                </a:solidFill>
                <a:latin typeface="Arial"/>
                <a:ea typeface="Arial"/>
                <a:cs typeface="Arial"/>
              </a:defRPr>
            </a:pPr>
            <a:r>
              <a:rPr sz="1725" b="0">
                <a:solidFill>
                  <a:srgbClr val="536B6C"/>
                </a:solidFill>
                <a:latin typeface="Arial"/>
                <a:ea typeface="Arial"/>
                <a:cs typeface="Arial"/>
              </a:rPr>
              <a:t>Git contributors: Haxit0 / Juan Morales / Simon Salazar / Micious Briggs</a:t>
            </a:r>
          </a:p>
        </p:txBody>
      </p:sp>
    </p:spTree>
    <p:extLst>
      <p:ext uri="{BB962C8B-B14F-4D97-AF65-F5344CB8AC3E}">
        <p14:creationId xmlns:p14="http://schemas.microsoft.com/office/powerpoint/2010/main" val="19776882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2026-10-27T20:49:21.7510000Z</dcterms:created>
  <dcterms:modified xsi:type="dcterms:W3CDTF">2026-10-27T20:49:21.7510000Z</dcterms:modified>
</coreProperties>
</file>